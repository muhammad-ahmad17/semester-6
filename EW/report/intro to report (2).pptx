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3"/>
  </p:notesMasterIdLst>
  <p:sldIdLst>
    <p:sldId id="256" r:id="rId2"/>
    <p:sldId id="258" r:id="rId3"/>
    <p:sldId id="260" r:id="rId4"/>
    <p:sldId id="261" r:id="rId5"/>
    <p:sldId id="257" r:id="rId6"/>
    <p:sldId id="259" r:id="rId7"/>
    <p:sldId id="262" r:id="rId8"/>
    <p:sldId id="263" r:id="rId9"/>
    <p:sldId id="264" r:id="rId10"/>
    <p:sldId id="265" r:id="rId11"/>
    <p:sldId id="266" r:id="rId1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061" autoAdjust="0"/>
  </p:normalViewPr>
  <p:slideViewPr>
    <p:cSldViewPr snapToGrid="0">
      <p:cViewPr>
        <p:scale>
          <a:sx n="84" d="100"/>
          <a:sy n="84" d="100"/>
        </p:scale>
        <p:origin x="21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6B3688-A0F9-4191-802A-116357FB432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A4A270B-117C-46F9-B677-42B3AED2ABBD}">
      <dgm:prSet/>
      <dgm:spPr/>
      <dgm:t>
        <a:bodyPr/>
        <a:lstStyle/>
        <a:p>
          <a:pPr>
            <a:lnSpc>
              <a:spcPct val="100000"/>
            </a:lnSpc>
          </a:pPr>
          <a:r>
            <a:rPr lang="en-US" b="1"/>
            <a:t>1. </a:t>
          </a:r>
          <a:r>
            <a:rPr lang="en-US"/>
            <a:t>Internal (Employees, Management, Team Members, Supervisors)</a:t>
          </a:r>
        </a:p>
      </dgm:t>
    </dgm:pt>
    <dgm:pt modelId="{AC521DDF-9FC8-4723-A3D5-05BB64E18D0F}" type="parTrans" cxnId="{D12B73EC-9E00-4B60-AD00-47725AEE140D}">
      <dgm:prSet/>
      <dgm:spPr/>
      <dgm:t>
        <a:bodyPr/>
        <a:lstStyle/>
        <a:p>
          <a:endParaRPr lang="en-US"/>
        </a:p>
      </dgm:t>
    </dgm:pt>
    <dgm:pt modelId="{F8770654-0B9E-417F-85FA-99A8BB982433}" type="sibTrans" cxnId="{D12B73EC-9E00-4B60-AD00-47725AEE140D}">
      <dgm:prSet/>
      <dgm:spPr/>
      <dgm:t>
        <a:bodyPr/>
        <a:lstStyle/>
        <a:p>
          <a:endParaRPr lang="en-US"/>
        </a:p>
      </dgm:t>
    </dgm:pt>
    <dgm:pt modelId="{2AFC7E0E-15D0-4668-AE03-A3EA7D15BBFD}">
      <dgm:prSet/>
      <dgm:spPr/>
      <dgm:t>
        <a:bodyPr/>
        <a:lstStyle/>
        <a:p>
          <a:pPr>
            <a:lnSpc>
              <a:spcPct val="100000"/>
            </a:lnSpc>
          </a:pPr>
          <a:r>
            <a:rPr lang="en-US"/>
            <a:t>2. External (Clients, Stakeholders, Vendors, Public)</a:t>
          </a:r>
        </a:p>
      </dgm:t>
    </dgm:pt>
    <dgm:pt modelId="{5B2B9CB3-2B8B-4828-A69C-0D5932CA87B3}" type="parTrans" cxnId="{E8FCA491-8413-41AE-BDB4-E3A8758C2CFC}">
      <dgm:prSet/>
      <dgm:spPr/>
      <dgm:t>
        <a:bodyPr/>
        <a:lstStyle/>
        <a:p>
          <a:endParaRPr lang="en-US"/>
        </a:p>
      </dgm:t>
    </dgm:pt>
    <dgm:pt modelId="{84805795-0E57-44E8-B74D-FFEAB6E2EDBA}" type="sibTrans" cxnId="{E8FCA491-8413-41AE-BDB4-E3A8758C2CFC}">
      <dgm:prSet/>
      <dgm:spPr/>
      <dgm:t>
        <a:bodyPr/>
        <a:lstStyle/>
        <a:p>
          <a:endParaRPr lang="en-US"/>
        </a:p>
      </dgm:t>
    </dgm:pt>
    <dgm:pt modelId="{AAE1CCB8-4B6F-4412-B27F-318A10A258E4}">
      <dgm:prSet/>
      <dgm:spPr/>
      <dgm:t>
        <a:bodyPr/>
        <a:lstStyle/>
        <a:p>
          <a:pPr>
            <a:lnSpc>
              <a:spcPct val="100000"/>
            </a:lnSpc>
          </a:pPr>
          <a:r>
            <a:rPr lang="en-US"/>
            <a:t>3.Regulatory (Government Officials, Auditors, Policymakers</a:t>
          </a:r>
          <a:r>
            <a:rPr lang="en-US" b="1"/>
            <a:t>)</a:t>
          </a:r>
          <a:endParaRPr lang="en-US"/>
        </a:p>
      </dgm:t>
    </dgm:pt>
    <dgm:pt modelId="{DB68ABEA-C543-43CD-8BE7-862C20B23673}" type="parTrans" cxnId="{3B53C988-181C-46EC-9BE5-DD75FC5C2967}">
      <dgm:prSet/>
      <dgm:spPr/>
      <dgm:t>
        <a:bodyPr/>
        <a:lstStyle/>
        <a:p>
          <a:endParaRPr lang="en-US"/>
        </a:p>
      </dgm:t>
    </dgm:pt>
    <dgm:pt modelId="{DB14BB56-62B9-4D84-92DC-0C0FF46D1040}" type="sibTrans" cxnId="{3B53C988-181C-46EC-9BE5-DD75FC5C2967}">
      <dgm:prSet/>
      <dgm:spPr/>
      <dgm:t>
        <a:bodyPr/>
        <a:lstStyle/>
        <a:p>
          <a:endParaRPr lang="en-US"/>
        </a:p>
      </dgm:t>
    </dgm:pt>
    <dgm:pt modelId="{5848F8D8-CBFD-4C7B-A248-38430751DA59}" type="pres">
      <dgm:prSet presAssocID="{FF6B3688-A0F9-4191-802A-116357FB432F}" presName="root" presStyleCnt="0">
        <dgm:presLayoutVars>
          <dgm:dir/>
          <dgm:resizeHandles val="exact"/>
        </dgm:presLayoutVars>
      </dgm:prSet>
      <dgm:spPr/>
    </dgm:pt>
    <dgm:pt modelId="{6CBEA4FE-4833-423C-AC26-225F25048B66}" type="pres">
      <dgm:prSet presAssocID="{CA4A270B-117C-46F9-B677-42B3AED2ABBD}" presName="compNode" presStyleCnt="0"/>
      <dgm:spPr/>
    </dgm:pt>
    <dgm:pt modelId="{A9E22A2E-0858-4917-A791-B7F44DF5A8DB}" type="pres">
      <dgm:prSet presAssocID="{CA4A270B-117C-46F9-B677-42B3AED2ABBD}" presName="bgRect" presStyleLbl="bgShp" presStyleIdx="0" presStyleCnt="3"/>
      <dgm:spPr/>
    </dgm:pt>
    <dgm:pt modelId="{F41C75DA-C292-48A5-AF07-770D93C0DA63}" type="pres">
      <dgm:prSet presAssocID="{CA4A270B-117C-46F9-B677-42B3AED2ABB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nections"/>
        </a:ext>
      </dgm:extLst>
    </dgm:pt>
    <dgm:pt modelId="{84CC34C1-B0C5-4A6A-B931-5080815FFB50}" type="pres">
      <dgm:prSet presAssocID="{CA4A270B-117C-46F9-B677-42B3AED2ABBD}" presName="spaceRect" presStyleCnt="0"/>
      <dgm:spPr/>
    </dgm:pt>
    <dgm:pt modelId="{FEF17733-DDE2-4A33-BD91-C6894A7605C6}" type="pres">
      <dgm:prSet presAssocID="{CA4A270B-117C-46F9-B677-42B3AED2ABBD}" presName="parTx" presStyleLbl="revTx" presStyleIdx="0" presStyleCnt="3">
        <dgm:presLayoutVars>
          <dgm:chMax val="0"/>
          <dgm:chPref val="0"/>
        </dgm:presLayoutVars>
      </dgm:prSet>
      <dgm:spPr/>
    </dgm:pt>
    <dgm:pt modelId="{F96D1364-3E59-4406-8F5E-F4FA1F7801BF}" type="pres">
      <dgm:prSet presAssocID="{F8770654-0B9E-417F-85FA-99A8BB982433}" presName="sibTrans" presStyleCnt="0"/>
      <dgm:spPr/>
    </dgm:pt>
    <dgm:pt modelId="{464687AF-3312-4B55-9A20-69685F4AF5DA}" type="pres">
      <dgm:prSet presAssocID="{2AFC7E0E-15D0-4668-AE03-A3EA7D15BBFD}" presName="compNode" presStyleCnt="0"/>
      <dgm:spPr/>
    </dgm:pt>
    <dgm:pt modelId="{A1607982-5779-45E4-9899-93E700C3F20D}" type="pres">
      <dgm:prSet presAssocID="{2AFC7E0E-15D0-4668-AE03-A3EA7D15BBFD}" presName="bgRect" presStyleLbl="bgShp" presStyleIdx="1" presStyleCnt="3"/>
      <dgm:spPr/>
    </dgm:pt>
    <dgm:pt modelId="{1C249EEF-682F-4200-B459-3C4A7F642D1F}" type="pres">
      <dgm:prSet presAssocID="{2AFC7E0E-15D0-4668-AE03-A3EA7D15BBF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s"/>
        </a:ext>
      </dgm:extLst>
    </dgm:pt>
    <dgm:pt modelId="{A04D0026-E864-4D38-B5C7-629B03CECF87}" type="pres">
      <dgm:prSet presAssocID="{2AFC7E0E-15D0-4668-AE03-A3EA7D15BBFD}" presName="spaceRect" presStyleCnt="0"/>
      <dgm:spPr/>
    </dgm:pt>
    <dgm:pt modelId="{1848FEB7-9D17-48DE-A0E4-7E3A302490CD}" type="pres">
      <dgm:prSet presAssocID="{2AFC7E0E-15D0-4668-AE03-A3EA7D15BBFD}" presName="parTx" presStyleLbl="revTx" presStyleIdx="1" presStyleCnt="3">
        <dgm:presLayoutVars>
          <dgm:chMax val="0"/>
          <dgm:chPref val="0"/>
        </dgm:presLayoutVars>
      </dgm:prSet>
      <dgm:spPr/>
    </dgm:pt>
    <dgm:pt modelId="{99DA37E0-56D5-44CF-975A-94EEF6D42248}" type="pres">
      <dgm:prSet presAssocID="{84805795-0E57-44E8-B74D-FFEAB6E2EDBA}" presName="sibTrans" presStyleCnt="0"/>
      <dgm:spPr/>
    </dgm:pt>
    <dgm:pt modelId="{B8BA5EB5-FA6C-4D02-840E-0FE825C5BCD2}" type="pres">
      <dgm:prSet presAssocID="{AAE1CCB8-4B6F-4412-B27F-318A10A258E4}" presName="compNode" presStyleCnt="0"/>
      <dgm:spPr/>
    </dgm:pt>
    <dgm:pt modelId="{E2641C14-32D4-46B5-9D7D-AB9FB66E68EE}" type="pres">
      <dgm:prSet presAssocID="{AAE1CCB8-4B6F-4412-B27F-318A10A258E4}" presName="bgRect" presStyleLbl="bgShp" presStyleIdx="2" presStyleCnt="3"/>
      <dgm:spPr/>
    </dgm:pt>
    <dgm:pt modelId="{855F62CC-7DD8-4BE0-BF8A-8F470C7F00EC}" type="pres">
      <dgm:prSet presAssocID="{AAE1CCB8-4B6F-4412-B27F-318A10A258E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nk"/>
        </a:ext>
      </dgm:extLst>
    </dgm:pt>
    <dgm:pt modelId="{2415E8B4-22E3-4073-B080-5907D3CEC80D}" type="pres">
      <dgm:prSet presAssocID="{AAE1CCB8-4B6F-4412-B27F-318A10A258E4}" presName="spaceRect" presStyleCnt="0"/>
      <dgm:spPr/>
    </dgm:pt>
    <dgm:pt modelId="{1A6157E4-59BA-4BD1-B8B5-FDA160795748}" type="pres">
      <dgm:prSet presAssocID="{AAE1CCB8-4B6F-4412-B27F-318A10A258E4}" presName="parTx" presStyleLbl="revTx" presStyleIdx="2" presStyleCnt="3">
        <dgm:presLayoutVars>
          <dgm:chMax val="0"/>
          <dgm:chPref val="0"/>
        </dgm:presLayoutVars>
      </dgm:prSet>
      <dgm:spPr/>
    </dgm:pt>
  </dgm:ptLst>
  <dgm:cxnLst>
    <dgm:cxn modelId="{17EE5173-20A1-4DE4-8694-7F37811A0B5D}" type="presOf" srcId="{FF6B3688-A0F9-4191-802A-116357FB432F}" destId="{5848F8D8-CBFD-4C7B-A248-38430751DA59}" srcOrd="0" destOrd="0" presId="urn:microsoft.com/office/officeart/2018/2/layout/IconVerticalSolidList"/>
    <dgm:cxn modelId="{2949D387-484C-44F3-9517-A6E97F582F32}" type="presOf" srcId="{2AFC7E0E-15D0-4668-AE03-A3EA7D15BBFD}" destId="{1848FEB7-9D17-48DE-A0E4-7E3A302490CD}" srcOrd="0" destOrd="0" presId="urn:microsoft.com/office/officeart/2018/2/layout/IconVerticalSolidList"/>
    <dgm:cxn modelId="{3B53C988-181C-46EC-9BE5-DD75FC5C2967}" srcId="{FF6B3688-A0F9-4191-802A-116357FB432F}" destId="{AAE1CCB8-4B6F-4412-B27F-318A10A258E4}" srcOrd="2" destOrd="0" parTransId="{DB68ABEA-C543-43CD-8BE7-862C20B23673}" sibTransId="{DB14BB56-62B9-4D84-92DC-0C0FF46D1040}"/>
    <dgm:cxn modelId="{E8FCA491-8413-41AE-BDB4-E3A8758C2CFC}" srcId="{FF6B3688-A0F9-4191-802A-116357FB432F}" destId="{2AFC7E0E-15D0-4668-AE03-A3EA7D15BBFD}" srcOrd="1" destOrd="0" parTransId="{5B2B9CB3-2B8B-4828-A69C-0D5932CA87B3}" sibTransId="{84805795-0E57-44E8-B74D-FFEAB6E2EDBA}"/>
    <dgm:cxn modelId="{82057399-042D-44E9-B522-541BFF0760CA}" type="presOf" srcId="{CA4A270B-117C-46F9-B677-42B3AED2ABBD}" destId="{FEF17733-DDE2-4A33-BD91-C6894A7605C6}" srcOrd="0" destOrd="0" presId="urn:microsoft.com/office/officeart/2018/2/layout/IconVerticalSolidList"/>
    <dgm:cxn modelId="{BC8AE3DF-1DFC-4A02-9D2A-8B065C416399}" type="presOf" srcId="{AAE1CCB8-4B6F-4412-B27F-318A10A258E4}" destId="{1A6157E4-59BA-4BD1-B8B5-FDA160795748}" srcOrd="0" destOrd="0" presId="urn:microsoft.com/office/officeart/2018/2/layout/IconVerticalSolidList"/>
    <dgm:cxn modelId="{D12B73EC-9E00-4B60-AD00-47725AEE140D}" srcId="{FF6B3688-A0F9-4191-802A-116357FB432F}" destId="{CA4A270B-117C-46F9-B677-42B3AED2ABBD}" srcOrd="0" destOrd="0" parTransId="{AC521DDF-9FC8-4723-A3D5-05BB64E18D0F}" sibTransId="{F8770654-0B9E-417F-85FA-99A8BB982433}"/>
    <dgm:cxn modelId="{4DC13AA6-8FB6-436E-942B-C0B0237D29CC}" type="presParOf" srcId="{5848F8D8-CBFD-4C7B-A248-38430751DA59}" destId="{6CBEA4FE-4833-423C-AC26-225F25048B66}" srcOrd="0" destOrd="0" presId="urn:microsoft.com/office/officeart/2018/2/layout/IconVerticalSolidList"/>
    <dgm:cxn modelId="{72CA9EF6-6FD4-4A77-AC53-F293CD5DE479}" type="presParOf" srcId="{6CBEA4FE-4833-423C-AC26-225F25048B66}" destId="{A9E22A2E-0858-4917-A791-B7F44DF5A8DB}" srcOrd="0" destOrd="0" presId="urn:microsoft.com/office/officeart/2018/2/layout/IconVerticalSolidList"/>
    <dgm:cxn modelId="{9B969D06-7CCF-4A41-975C-91D40A3C2902}" type="presParOf" srcId="{6CBEA4FE-4833-423C-AC26-225F25048B66}" destId="{F41C75DA-C292-48A5-AF07-770D93C0DA63}" srcOrd="1" destOrd="0" presId="urn:microsoft.com/office/officeart/2018/2/layout/IconVerticalSolidList"/>
    <dgm:cxn modelId="{C8542517-1A3F-4B9C-A1AE-80CD058BC25E}" type="presParOf" srcId="{6CBEA4FE-4833-423C-AC26-225F25048B66}" destId="{84CC34C1-B0C5-4A6A-B931-5080815FFB50}" srcOrd="2" destOrd="0" presId="urn:microsoft.com/office/officeart/2018/2/layout/IconVerticalSolidList"/>
    <dgm:cxn modelId="{901A1B96-EEBB-4C3C-A87B-B992645E5ACF}" type="presParOf" srcId="{6CBEA4FE-4833-423C-AC26-225F25048B66}" destId="{FEF17733-DDE2-4A33-BD91-C6894A7605C6}" srcOrd="3" destOrd="0" presId="urn:microsoft.com/office/officeart/2018/2/layout/IconVerticalSolidList"/>
    <dgm:cxn modelId="{5E5D5D55-99FA-422B-ABE1-08FEA84480B6}" type="presParOf" srcId="{5848F8D8-CBFD-4C7B-A248-38430751DA59}" destId="{F96D1364-3E59-4406-8F5E-F4FA1F7801BF}" srcOrd="1" destOrd="0" presId="urn:microsoft.com/office/officeart/2018/2/layout/IconVerticalSolidList"/>
    <dgm:cxn modelId="{0EE0CBB1-FA87-4C13-9E6F-FD1DFE6E4DB3}" type="presParOf" srcId="{5848F8D8-CBFD-4C7B-A248-38430751DA59}" destId="{464687AF-3312-4B55-9A20-69685F4AF5DA}" srcOrd="2" destOrd="0" presId="urn:microsoft.com/office/officeart/2018/2/layout/IconVerticalSolidList"/>
    <dgm:cxn modelId="{387BE314-C7E9-49C6-8F1E-3C789AA916FE}" type="presParOf" srcId="{464687AF-3312-4B55-9A20-69685F4AF5DA}" destId="{A1607982-5779-45E4-9899-93E700C3F20D}" srcOrd="0" destOrd="0" presId="urn:microsoft.com/office/officeart/2018/2/layout/IconVerticalSolidList"/>
    <dgm:cxn modelId="{BE1BC0F1-5D9D-44ED-A656-76751EE1A060}" type="presParOf" srcId="{464687AF-3312-4B55-9A20-69685F4AF5DA}" destId="{1C249EEF-682F-4200-B459-3C4A7F642D1F}" srcOrd="1" destOrd="0" presId="urn:microsoft.com/office/officeart/2018/2/layout/IconVerticalSolidList"/>
    <dgm:cxn modelId="{EA16938E-964D-4C66-9D59-862B05F022E7}" type="presParOf" srcId="{464687AF-3312-4B55-9A20-69685F4AF5DA}" destId="{A04D0026-E864-4D38-B5C7-629B03CECF87}" srcOrd="2" destOrd="0" presId="urn:microsoft.com/office/officeart/2018/2/layout/IconVerticalSolidList"/>
    <dgm:cxn modelId="{5388CD49-368B-465B-AE9E-182AB3B80965}" type="presParOf" srcId="{464687AF-3312-4B55-9A20-69685F4AF5DA}" destId="{1848FEB7-9D17-48DE-A0E4-7E3A302490CD}" srcOrd="3" destOrd="0" presId="urn:microsoft.com/office/officeart/2018/2/layout/IconVerticalSolidList"/>
    <dgm:cxn modelId="{E7C9AC5D-0F2D-4417-9355-BE058F6ADD70}" type="presParOf" srcId="{5848F8D8-CBFD-4C7B-A248-38430751DA59}" destId="{99DA37E0-56D5-44CF-975A-94EEF6D42248}" srcOrd="3" destOrd="0" presId="urn:microsoft.com/office/officeart/2018/2/layout/IconVerticalSolidList"/>
    <dgm:cxn modelId="{8CD868FF-BDB3-4769-BA90-383C2B70B5EE}" type="presParOf" srcId="{5848F8D8-CBFD-4C7B-A248-38430751DA59}" destId="{B8BA5EB5-FA6C-4D02-840E-0FE825C5BCD2}" srcOrd="4" destOrd="0" presId="urn:microsoft.com/office/officeart/2018/2/layout/IconVerticalSolidList"/>
    <dgm:cxn modelId="{498C0F37-CA09-452D-AF68-DA8FD41B7798}" type="presParOf" srcId="{B8BA5EB5-FA6C-4D02-840E-0FE825C5BCD2}" destId="{E2641C14-32D4-46B5-9D7D-AB9FB66E68EE}" srcOrd="0" destOrd="0" presId="urn:microsoft.com/office/officeart/2018/2/layout/IconVerticalSolidList"/>
    <dgm:cxn modelId="{FDE74DDA-60AB-4476-A1EA-1C3174EE034A}" type="presParOf" srcId="{B8BA5EB5-FA6C-4D02-840E-0FE825C5BCD2}" destId="{855F62CC-7DD8-4BE0-BF8A-8F470C7F00EC}" srcOrd="1" destOrd="0" presId="urn:microsoft.com/office/officeart/2018/2/layout/IconVerticalSolidList"/>
    <dgm:cxn modelId="{5487E050-03A0-4F08-88DF-6EEE0F73E146}" type="presParOf" srcId="{B8BA5EB5-FA6C-4D02-840E-0FE825C5BCD2}" destId="{2415E8B4-22E3-4073-B080-5907D3CEC80D}" srcOrd="2" destOrd="0" presId="urn:microsoft.com/office/officeart/2018/2/layout/IconVerticalSolidList"/>
    <dgm:cxn modelId="{FCD6EBE7-255A-4121-B6B0-B49870CB5AA9}" type="presParOf" srcId="{B8BA5EB5-FA6C-4D02-840E-0FE825C5BCD2}" destId="{1A6157E4-59BA-4BD1-B8B5-FDA16079574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312696-B419-4792-B477-983AB52658C3}" type="doc">
      <dgm:prSet loTypeId="urn:microsoft.com/office/officeart/2005/8/layout/list1" loCatId="list" qsTypeId="urn:microsoft.com/office/officeart/2005/8/quickstyle/simple1" qsCatId="simple" csTypeId="urn:microsoft.com/office/officeart/2005/8/colors/accent5_2" csCatId="accent5"/>
      <dgm:spPr/>
      <dgm:t>
        <a:bodyPr/>
        <a:lstStyle/>
        <a:p>
          <a:endParaRPr lang="en-US"/>
        </a:p>
      </dgm:t>
    </dgm:pt>
    <dgm:pt modelId="{9422BC0E-5DC0-4B40-B46A-442A8CB5F056}">
      <dgm:prSet/>
      <dgm:spPr/>
      <dgm:t>
        <a:bodyPr/>
        <a:lstStyle/>
        <a:p>
          <a:r>
            <a:rPr lang="en-US"/>
            <a:t>Technical Readers </a:t>
          </a:r>
        </a:p>
      </dgm:t>
    </dgm:pt>
    <dgm:pt modelId="{82C0C260-5B54-45D3-B38E-A2A067410C05}" type="parTrans" cxnId="{1F7B5972-971F-40A3-87A4-AAD48E06ECA5}">
      <dgm:prSet/>
      <dgm:spPr/>
      <dgm:t>
        <a:bodyPr/>
        <a:lstStyle/>
        <a:p>
          <a:endParaRPr lang="en-US"/>
        </a:p>
      </dgm:t>
    </dgm:pt>
    <dgm:pt modelId="{43CBF877-2A00-43BF-87BE-C4F8CBC8F603}" type="sibTrans" cxnId="{1F7B5972-971F-40A3-87A4-AAD48E06ECA5}">
      <dgm:prSet/>
      <dgm:spPr/>
      <dgm:t>
        <a:bodyPr/>
        <a:lstStyle/>
        <a:p>
          <a:endParaRPr lang="en-US"/>
        </a:p>
      </dgm:t>
    </dgm:pt>
    <dgm:pt modelId="{F84DB779-0084-46E4-8328-4D55D93A2E15}">
      <dgm:prSet/>
      <dgm:spPr/>
      <dgm:t>
        <a:bodyPr/>
        <a:lstStyle/>
        <a:p>
          <a:r>
            <a:rPr lang="en-US"/>
            <a:t>Managerial Readers </a:t>
          </a:r>
        </a:p>
      </dgm:t>
    </dgm:pt>
    <dgm:pt modelId="{61F3DB7A-5C95-4C22-BE25-F76D9B412E33}" type="parTrans" cxnId="{7A5CFD3D-7614-4C61-B531-8EDCE89DB4E8}">
      <dgm:prSet/>
      <dgm:spPr/>
      <dgm:t>
        <a:bodyPr/>
        <a:lstStyle/>
        <a:p>
          <a:endParaRPr lang="en-US"/>
        </a:p>
      </dgm:t>
    </dgm:pt>
    <dgm:pt modelId="{16476EAC-3698-4967-84CA-CE6AF3505A2D}" type="sibTrans" cxnId="{7A5CFD3D-7614-4C61-B531-8EDCE89DB4E8}">
      <dgm:prSet/>
      <dgm:spPr/>
      <dgm:t>
        <a:bodyPr/>
        <a:lstStyle/>
        <a:p>
          <a:endParaRPr lang="en-US"/>
        </a:p>
      </dgm:t>
    </dgm:pt>
    <dgm:pt modelId="{6E89ED7F-F5A3-4124-8AB7-C4FCF728B7C1}">
      <dgm:prSet/>
      <dgm:spPr/>
      <dgm:t>
        <a:bodyPr/>
        <a:lstStyle/>
        <a:p>
          <a:r>
            <a:rPr lang="en-US"/>
            <a:t>General Readers </a:t>
          </a:r>
        </a:p>
      </dgm:t>
    </dgm:pt>
    <dgm:pt modelId="{77405128-5C8A-42E4-B08D-60275DC2D97E}" type="parTrans" cxnId="{67F77CD4-1A85-446C-9866-A377568B76C1}">
      <dgm:prSet/>
      <dgm:spPr/>
      <dgm:t>
        <a:bodyPr/>
        <a:lstStyle/>
        <a:p>
          <a:endParaRPr lang="en-US"/>
        </a:p>
      </dgm:t>
    </dgm:pt>
    <dgm:pt modelId="{F4E46C56-6966-4CB0-A601-3302D186EFC1}" type="sibTrans" cxnId="{67F77CD4-1A85-446C-9866-A377568B76C1}">
      <dgm:prSet/>
      <dgm:spPr/>
      <dgm:t>
        <a:bodyPr/>
        <a:lstStyle/>
        <a:p>
          <a:endParaRPr lang="en-US"/>
        </a:p>
      </dgm:t>
    </dgm:pt>
    <dgm:pt modelId="{BAD099D7-E8C5-4592-A481-F123AEEC748C}" type="pres">
      <dgm:prSet presAssocID="{0C312696-B419-4792-B477-983AB52658C3}" presName="linear" presStyleCnt="0">
        <dgm:presLayoutVars>
          <dgm:dir/>
          <dgm:animLvl val="lvl"/>
          <dgm:resizeHandles val="exact"/>
        </dgm:presLayoutVars>
      </dgm:prSet>
      <dgm:spPr/>
    </dgm:pt>
    <dgm:pt modelId="{7F009162-DB25-4545-9926-9381E3BD3D64}" type="pres">
      <dgm:prSet presAssocID="{9422BC0E-5DC0-4B40-B46A-442A8CB5F056}" presName="parentLin" presStyleCnt="0"/>
      <dgm:spPr/>
    </dgm:pt>
    <dgm:pt modelId="{BE2C28A6-C2BE-4374-B163-0E2CE26E8A88}" type="pres">
      <dgm:prSet presAssocID="{9422BC0E-5DC0-4B40-B46A-442A8CB5F056}" presName="parentLeftMargin" presStyleLbl="node1" presStyleIdx="0" presStyleCnt="3"/>
      <dgm:spPr/>
    </dgm:pt>
    <dgm:pt modelId="{9552290A-33A9-4573-8AA2-11AF46CE54E9}" type="pres">
      <dgm:prSet presAssocID="{9422BC0E-5DC0-4B40-B46A-442A8CB5F056}" presName="parentText" presStyleLbl="node1" presStyleIdx="0" presStyleCnt="3">
        <dgm:presLayoutVars>
          <dgm:chMax val="0"/>
          <dgm:bulletEnabled val="1"/>
        </dgm:presLayoutVars>
      </dgm:prSet>
      <dgm:spPr/>
    </dgm:pt>
    <dgm:pt modelId="{5458457B-414F-41E1-A7B8-54B21EA39BC0}" type="pres">
      <dgm:prSet presAssocID="{9422BC0E-5DC0-4B40-B46A-442A8CB5F056}" presName="negativeSpace" presStyleCnt="0"/>
      <dgm:spPr/>
    </dgm:pt>
    <dgm:pt modelId="{7FBC8DBB-2B41-4160-8B81-AF556DFC704C}" type="pres">
      <dgm:prSet presAssocID="{9422BC0E-5DC0-4B40-B46A-442A8CB5F056}" presName="childText" presStyleLbl="conFgAcc1" presStyleIdx="0" presStyleCnt="3">
        <dgm:presLayoutVars>
          <dgm:bulletEnabled val="1"/>
        </dgm:presLayoutVars>
      </dgm:prSet>
      <dgm:spPr/>
    </dgm:pt>
    <dgm:pt modelId="{684E7980-9C18-4BB6-B1A3-45AB110B015B}" type="pres">
      <dgm:prSet presAssocID="{43CBF877-2A00-43BF-87BE-C4F8CBC8F603}" presName="spaceBetweenRectangles" presStyleCnt="0"/>
      <dgm:spPr/>
    </dgm:pt>
    <dgm:pt modelId="{6A286273-88D0-4C1F-869D-10A78FB67FAA}" type="pres">
      <dgm:prSet presAssocID="{F84DB779-0084-46E4-8328-4D55D93A2E15}" presName="parentLin" presStyleCnt="0"/>
      <dgm:spPr/>
    </dgm:pt>
    <dgm:pt modelId="{0E14EEF9-522B-47B9-AFCE-500CBA76F2AC}" type="pres">
      <dgm:prSet presAssocID="{F84DB779-0084-46E4-8328-4D55D93A2E15}" presName="parentLeftMargin" presStyleLbl="node1" presStyleIdx="0" presStyleCnt="3"/>
      <dgm:spPr/>
    </dgm:pt>
    <dgm:pt modelId="{C6CE5EFB-CC5D-4B3E-A650-85FD82514ACF}" type="pres">
      <dgm:prSet presAssocID="{F84DB779-0084-46E4-8328-4D55D93A2E15}" presName="parentText" presStyleLbl="node1" presStyleIdx="1" presStyleCnt="3">
        <dgm:presLayoutVars>
          <dgm:chMax val="0"/>
          <dgm:bulletEnabled val="1"/>
        </dgm:presLayoutVars>
      </dgm:prSet>
      <dgm:spPr/>
    </dgm:pt>
    <dgm:pt modelId="{BD04F688-0C26-40A2-8BAD-9AF62BD498BB}" type="pres">
      <dgm:prSet presAssocID="{F84DB779-0084-46E4-8328-4D55D93A2E15}" presName="negativeSpace" presStyleCnt="0"/>
      <dgm:spPr/>
    </dgm:pt>
    <dgm:pt modelId="{E10C072E-13C9-40F8-A834-C37A8BB4A6EB}" type="pres">
      <dgm:prSet presAssocID="{F84DB779-0084-46E4-8328-4D55D93A2E15}" presName="childText" presStyleLbl="conFgAcc1" presStyleIdx="1" presStyleCnt="3">
        <dgm:presLayoutVars>
          <dgm:bulletEnabled val="1"/>
        </dgm:presLayoutVars>
      </dgm:prSet>
      <dgm:spPr/>
    </dgm:pt>
    <dgm:pt modelId="{1EFECA25-D1F8-41EB-9055-DB1952649ED1}" type="pres">
      <dgm:prSet presAssocID="{16476EAC-3698-4967-84CA-CE6AF3505A2D}" presName="spaceBetweenRectangles" presStyleCnt="0"/>
      <dgm:spPr/>
    </dgm:pt>
    <dgm:pt modelId="{7BEA9191-87E1-4846-B22A-E1C37758A585}" type="pres">
      <dgm:prSet presAssocID="{6E89ED7F-F5A3-4124-8AB7-C4FCF728B7C1}" presName="parentLin" presStyleCnt="0"/>
      <dgm:spPr/>
    </dgm:pt>
    <dgm:pt modelId="{24546DE6-035B-4CB0-8E7F-7D4103456201}" type="pres">
      <dgm:prSet presAssocID="{6E89ED7F-F5A3-4124-8AB7-C4FCF728B7C1}" presName="parentLeftMargin" presStyleLbl="node1" presStyleIdx="1" presStyleCnt="3"/>
      <dgm:spPr/>
    </dgm:pt>
    <dgm:pt modelId="{396D33AB-781A-4369-8DD7-FA43FBABADC6}" type="pres">
      <dgm:prSet presAssocID="{6E89ED7F-F5A3-4124-8AB7-C4FCF728B7C1}" presName="parentText" presStyleLbl="node1" presStyleIdx="2" presStyleCnt="3">
        <dgm:presLayoutVars>
          <dgm:chMax val="0"/>
          <dgm:bulletEnabled val="1"/>
        </dgm:presLayoutVars>
      </dgm:prSet>
      <dgm:spPr/>
    </dgm:pt>
    <dgm:pt modelId="{293CD03C-BE82-45AB-B7A6-20BE0BF02DC3}" type="pres">
      <dgm:prSet presAssocID="{6E89ED7F-F5A3-4124-8AB7-C4FCF728B7C1}" presName="negativeSpace" presStyleCnt="0"/>
      <dgm:spPr/>
    </dgm:pt>
    <dgm:pt modelId="{BB566BFA-3AF9-44FF-9C2F-C07FA1E01669}" type="pres">
      <dgm:prSet presAssocID="{6E89ED7F-F5A3-4124-8AB7-C4FCF728B7C1}" presName="childText" presStyleLbl="conFgAcc1" presStyleIdx="2" presStyleCnt="3">
        <dgm:presLayoutVars>
          <dgm:bulletEnabled val="1"/>
        </dgm:presLayoutVars>
      </dgm:prSet>
      <dgm:spPr/>
    </dgm:pt>
  </dgm:ptLst>
  <dgm:cxnLst>
    <dgm:cxn modelId="{9FDE0218-386B-4F8A-85B6-302BE1410947}" type="presOf" srcId="{6E89ED7F-F5A3-4124-8AB7-C4FCF728B7C1}" destId="{24546DE6-035B-4CB0-8E7F-7D4103456201}" srcOrd="0" destOrd="0" presId="urn:microsoft.com/office/officeart/2005/8/layout/list1"/>
    <dgm:cxn modelId="{27991C2F-E8A3-4467-BA16-EBC93754DD30}" type="presOf" srcId="{0C312696-B419-4792-B477-983AB52658C3}" destId="{BAD099D7-E8C5-4592-A481-F123AEEC748C}" srcOrd="0" destOrd="0" presId="urn:microsoft.com/office/officeart/2005/8/layout/list1"/>
    <dgm:cxn modelId="{7A5CFD3D-7614-4C61-B531-8EDCE89DB4E8}" srcId="{0C312696-B419-4792-B477-983AB52658C3}" destId="{F84DB779-0084-46E4-8328-4D55D93A2E15}" srcOrd="1" destOrd="0" parTransId="{61F3DB7A-5C95-4C22-BE25-F76D9B412E33}" sibTransId="{16476EAC-3698-4967-84CA-CE6AF3505A2D}"/>
    <dgm:cxn modelId="{CB5AE24E-418A-4DE1-ADDC-797E209C5616}" type="presOf" srcId="{F84DB779-0084-46E4-8328-4D55D93A2E15}" destId="{C6CE5EFB-CC5D-4B3E-A650-85FD82514ACF}" srcOrd="1" destOrd="0" presId="urn:microsoft.com/office/officeart/2005/8/layout/list1"/>
    <dgm:cxn modelId="{1F7B5972-971F-40A3-87A4-AAD48E06ECA5}" srcId="{0C312696-B419-4792-B477-983AB52658C3}" destId="{9422BC0E-5DC0-4B40-B46A-442A8CB5F056}" srcOrd="0" destOrd="0" parTransId="{82C0C260-5B54-45D3-B38E-A2A067410C05}" sibTransId="{43CBF877-2A00-43BF-87BE-C4F8CBC8F603}"/>
    <dgm:cxn modelId="{FC5AB853-498C-4E95-BE18-FA8BC90332E9}" type="presOf" srcId="{F84DB779-0084-46E4-8328-4D55D93A2E15}" destId="{0E14EEF9-522B-47B9-AFCE-500CBA76F2AC}" srcOrd="0" destOrd="0" presId="urn:microsoft.com/office/officeart/2005/8/layout/list1"/>
    <dgm:cxn modelId="{2BD8677B-F74E-4A4D-928D-9DBFEE63CC6F}" type="presOf" srcId="{6E89ED7F-F5A3-4124-8AB7-C4FCF728B7C1}" destId="{396D33AB-781A-4369-8DD7-FA43FBABADC6}" srcOrd="1" destOrd="0" presId="urn:microsoft.com/office/officeart/2005/8/layout/list1"/>
    <dgm:cxn modelId="{A84B0E82-9BE0-4C38-89BF-613EDC802E45}" type="presOf" srcId="{9422BC0E-5DC0-4B40-B46A-442A8CB5F056}" destId="{BE2C28A6-C2BE-4374-B163-0E2CE26E8A88}" srcOrd="0" destOrd="0" presId="urn:microsoft.com/office/officeart/2005/8/layout/list1"/>
    <dgm:cxn modelId="{70F643B0-AC82-466D-AE03-DCA8663B7FD2}" type="presOf" srcId="{9422BC0E-5DC0-4B40-B46A-442A8CB5F056}" destId="{9552290A-33A9-4573-8AA2-11AF46CE54E9}" srcOrd="1" destOrd="0" presId="urn:microsoft.com/office/officeart/2005/8/layout/list1"/>
    <dgm:cxn modelId="{67F77CD4-1A85-446C-9866-A377568B76C1}" srcId="{0C312696-B419-4792-B477-983AB52658C3}" destId="{6E89ED7F-F5A3-4124-8AB7-C4FCF728B7C1}" srcOrd="2" destOrd="0" parTransId="{77405128-5C8A-42E4-B08D-60275DC2D97E}" sibTransId="{F4E46C56-6966-4CB0-A601-3302D186EFC1}"/>
    <dgm:cxn modelId="{495AEB01-3DBF-4CCD-9D2B-2BD318FD412A}" type="presParOf" srcId="{BAD099D7-E8C5-4592-A481-F123AEEC748C}" destId="{7F009162-DB25-4545-9926-9381E3BD3D64}" srcOrd="0" destOrd="0" presId="urn:microsoft.com/office/officeart/2005/8/layout/list1"/>
    <dgm:cxn modelId="{C3177288-6332-4CFD-BFC0-69C7E147F654}" type="presParOf" srcId="{7F009162-DB25-4545-9926-9381E3BD3D64}" destId="{BE2C28A6-C2BE-4374-B163-0E2CE26E8A88}" srcOrd="0" destOrd="0" presId="urn:microsoft.com/office/officeart/2005/8/layout/list1"/>
    <dgm:cxn modelId="{767545E3-7BFA-4014-BC8F-C9EA2C6E4841}" type="presParOf" srcId="{7F009162-DB25-4545-9926-9381E3BD3D64}" destId="{9552290A-33A9-4573-8AA2-11AF46CE54E9}" srcOrd="1" destOrd="0" presId="urn:microsoft.com/office/officeart/2005/8/layout/list1"/>
    <dgm:cxn modelId="{F90E5199-F4EB-49C2-B54F-8147024CC862}" type="presParOf" srcId="{BAD099D7-E8C5-4592-A481-F123AEEC748C}" destId="{5458457B-414F-41E1-A7B8-54B21EA39BC0}" srcOrd="1" destOrd="0" presId="urn:microsoft.com/office/officeart/2005/8/layout/list1"/>
    <dgm:cxn modelId="{C75992CA-314B-4C07-814F-5BD5AC2C88D9}" type="presParOf" srcId="{BAD099D7-E8C5-4592-A481-F123AEEC748C}" destId="{7FBC8DBB-2B41-4160-8B81-AF556DFC704C}" srcOrd="2" destOrd="0" presId="urn:microsoft.com/office/officeart/2005/8/layout/list1"/>
    <dgm:cxn modelId="{21E1E480-9279-4238-83BF-71E8C326C8E6}" type="presParOf" srcId="{BAD099D7-E8C5-4592-A481-F123AEEC748C}" destId="{684E7980-9C18-4BB6-B1A3-45AB110B015B}" srcOrd="3" destOrd="0" presId="urn:microsoft.com/office/officeart/2005/8/layout/list1"/>
    <dgm:cxn modelId="{F86EC98C-AFD0-47BF-B997-3DA450B2E1F9}" type="presParOf" srcId="{BAD099D7-E8C5-4592-A481-F123AEEC748C}" destId="{6A286273-88D0-4C1F-869D-10A78FB67FAA}" srcOrd="4" destOrd="0" presId="urn:microsoft.com/office/officeart/2005/8/layout/list1"/>
    <dgm:cxn modelId="{40725837-8939-44B3-B3AF-4643EA71C597}" type="presParOf" srcId="{6A286273-88D0-4C1F-869D-10A78FB67FAA}" destId="{0E14EEF9-522B-47B9-AFCE-500CBA76F2AC}" srcOrd="0" destOrd="0" presId="urn:microsoft.com/office/officeart/2005/8/layout/list1"/>
    <dgm:cxn modelId="{B366E802-13ED-44F3-B5CF-2C0CE5E3AE4A}" type="presParOf" srcId="{6A286273-88D0-4C1F-869D-10A78FB67FAA}" destId="{C6CE5EFB-CC5D-4B3E-A650-85FD82514ACF}" srcOrd="1" destOrd="0" presId="urn:microsoft.com/office/officeart/2005/8/layout/list1"/>
    <dgm:cxn modelId="{4DB614D5-D112-4F84-A249-F0FBDA4C1F76}" type="presParOf" srcId="{BAD099D7-E8C5-4592-A481-F123AEEC748C}" destId="{BD04F688-0C26-40A2-8BAD-9AF62BD498BB}" srcOrd="5" destOrd="0" presId="urn:microsoft.com/office/officeart/2005/8/layout/list1"/>
    <dgm:cxn modelId="{5DDD5075-55F1-4FBF-B7EB-1803C6048E8E}" type="presParOf" srcId="{BAD099D7-E8C5-4592-A481-F123AEEC748C}" destId="{E10C072E-13C9-40F8-A834-C37A8BB4A6EB}" srcOrd="6" destOrd="0" presId="urn:microsoft.com/office/officeart/2005/8/layout/list1"/>
    <dgm:cxn modelId="{89EFC545-B382-4B17-B4D6-E09CF4551C11}" type="presParOf" srcId="{BAD099D7-E8C5-4592-A481-F123AEEC748C}" destId="{1EFECA25-D1F8-41EB-9055-DB1952649ED1}" srcOrd="7" destOrd="0" presId="urn:microsoft.com/office/officeart/2005/8/layout/list1"/>
    <dgm:cxn modelId="{4811C38F-D494-427A-B11E-C36DF4540E8A}" type="presParOf" srcId="{BAD099D7-E8C5-4592-A481-F123AEEC748C}" destId="{7BEA9191-87E1-4846-B22A-E1C37758A585}" srcOrd="8" destOrd="0" presId="urn:microsoft.com/office/officeart/2005/8/layout/list1"/>
    <dgm:cxn modelId="{B7029C14-FE96-467A-AF65-CFC122DEC034}" type="presParOf" srcId="{7BEA9191-87E1-4846-B22A-E1C37758A585}" destId="{24546DE6-035B-4CB0-8E7F-7D4103456201}" srcOrd="0" destOrd="0" presId="urn:microsoft.com/office/officeart/2005/8/layout/list1"/>
    <dgm:cxn modelId="{93B423B5-D304-4728-8684-947F80561585}" type="presParOf" srcId="{7BEA9191-87E1-4846-B22A-E1C37758A585}" destId="{396D33AB-781A-4369-8DD7-FA43FBABADC6}" srcOrd="1" destOrd="0" presId="urn:microsoft.com/office/officeart/2005/8/layout/list1"/>
    <dgm:cxn modelId="{CEEE49EC-9FA8-4DC2-B72D-9CC798BD81C2}" type="presParOf" srcId="{BAD099D7-E8C5-4592-A481-F123AEEC748C}" destId="{293CD03C-BE82-45AB-B7A6-20BE0BF02DC3}" srcOrd="9" destOrd="0" presId="urn:microsoft.com/office/officeart/2005/8/layout/list1"/>
    <dgm:cxn modelId="{B7E95187-9A55-4221-A50F-B41B46105584}" type="presParOf" srcId="{BAD099D7-E8C5-4592-A481-F123AEEC748C}" destId="{BB566BFA-3AF9-44FF-9C2F-C07FA1E0166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03B44E-FE49-4775-AC63-11E5591144E8}"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F79E2087-1D6F-4FD6-9C85-EECD5A9B8816}">
      <dgm:prSet/>
      <dgm:spPr/>
      <dgm:t>
        <a:bodyPr/>
        <a:lstStyle/>
        <a:p>
          <a:r>
            <a:rPr lang="en-US"/>
            <a:t>Management/Executive </a:t>
          </a:r>
        </a:p>
      </dgm:t>
    </dgm:pt>
    <dgm:pt modelId="{4F720C0B-0F6A-4489-A4E0-2CFDE33FB3CA}" type="parTrans" cxnId="{CBB1CE35-1DD0-49B1-9886-4603A8A54BFD}">
      <dgm:prSet/>
      <dgm:spPr/>
      <dgm:t>
        <a:bodyPr/>
        <a:lstStyle/>
        <a:p>
          <a:endParaRPr lang="en-US"/>
        </a:p>
      </dgm:t>
    </dgm:pt>
    <dgm:pt modelId="{D1EB9CF0-25AF-4D1E-9746-BC2C8CD32FC4}" type="sibTrans" cxnId="{CBB1CE35-1DD0-49B1-9886-4603A8A54BFD}">
      <dgm:prSet/>
      <dgm:spPr/>
      <dgm:t>
        <a:bodyPr/>
        <a:lstStyle/>
        <a:p>
          <a:endParaRPr lang="en-US"/>
        </a:p>
      </dgm:t>
    </dgm:pt>
    <dgm:pt modelId="{EF25BEF8-85E4-42A3-A417-5156DA14F5D6}">
      <dgm:prSet/>
      <dgm:spPr/>
      <dgm:t>
        <a:bodyPr/>
        <a:lstStyle/>
        <a:p>
          <a:r>
            <a:rPr lang="en-US"/>
            <a:t>Stakeholders </a:t>
          </a:r>
        </a:p>
      </dgm:t>
    </dgm:pt>
    <dgm:pt modelId="{1CBE6686-2A50-4893-8463-5996FBC5C05B}" type="parTrans" cxnId="{403BFDFF-33E2-4DCD-B752-C7C0444A9EF2}">
      <dgm:prSet/>
      <dgm:spPr/>
      <dgm:t>
        <a:bodyPr/>
        <a:lstStyle/>
        <a:p>
          <a:endParaRPr lang="en-US"/>
        </a:p>
      </dgm:t>
    </dgm:pt>
    <dgm:pt modelId="{E07989E1-4869-4D01-9852-D24673679063}" type="sibTrans" cxnId="{403BFDFF-33E2-4DCD-B752-C7C0444A9EF2}">
      <dgm:prSet/>
      <dgm:spPr/>
      <dgm:t>
        <a:bodyPr/>
        <a:lstStyle/>
        <a:p>
          <a:endParaRPr lang="en-US"/>
        </a:p>
      </dgm:t>
    </dgm:pt>
    <dgm:pt modelId="{28C9B2DE-50D3-43B3-9F43-2F07D00A27CD}">
      <dgm:prSet/>
      <dgm:spPr/>
      <dgm:t>
        <a:bodyPr/>
        <a:lstStyle/>
        <a:p>
          <a:r>
            <a:rPr lang="en-US"/>
            <a:t>Team members/project participants </a:t>
          </a:r>
        </a:p>
      </dgm:t>
    </dgm:pt>
    <dgm:pt modelId="{9DEA602D-1838-4877-A823-424FF2F67814}" type="parTrans" cxnId="{C7F54ED4-92ED-44E8-A535-C24F076ACC69}">
      <dgm:prSet/>
      <dgm:spPr/>
      <dgm:t>
        <a:bodyPr/>
        <a:lstStyle/>
        <a:p>
          <a:endParaRPr lang="en-US"/>
        </a:p>
      </dgm:t>
    </dgm:pt>
    <dgm:pt modelId="{72148536-2ADF-4B83-A3DE-0F25490DD4AB}" type="sibTrans" cxnId="{C7F54ED4-92ED-44E8-A535-C24F076ACC69}">
      <dgm:prSet/>
      <dgm:spPr/>
      <dgm:t>
        <a:bodyPr/>
        <a:lstStyle/>
        <a:p>
          <a:endParaRPr lang="en-US"/>
        </a:p>
      </dgm:t>
    </dgm:pt>
    <dgm:pt modelId="{A86DFFFD-0E75-4DB5-BA20-E122741DB811}">
      <dgm:prSet/>
      <dgm:spPr/>
      <dgm:t>
        <a:bodyPr/>
        <a:lstStyle/>
        <a:p>
          <a:r>
            <a:rPr lang="en-US"/>
            <a:t>Clients </a:t>
          </a:r>
        </a:p>
      </dgm:t>
    </dgm:pt>
    <dgm:pt modelId="{C6CADA8C-9169-4671-90F7-7AE5342C35E3}" type="parTrans" cxnId="{F26A79B3-1ADF-433B-939C-67539D01C5D3}">
      <dgm:prSet/>
      <dgm:spPr/>
      <dgm:t>
        <a:bodyPr/>
        <a:lstStyle/>
        <a:p>
          <a:endParaRPr lang="en-US"/>
        </a:p>
      </dgm:t>
    </dgm:pt>
    <dgm:pt modelId="{72E96ACF-563B-4D58-9798-42A1BF228990}" type="sibTrans" cxnId="{F26A79B3-1ADF-433B-939C-67539D01C5D3}">
      <dgm:prSet/>
      <dgm:spPr/>
      <dgm:t>
        <a:bodyPr/>
        <a:lstStyle/>
        <a:p>
          <a:endParaRPr lang="en-US"/>
        </a:p>
      </dgm:t>
    </dgm:pt>
    <dgm:pt modelId="{F9524332-6AD1-4939-9AEE-6FAE51D5691E}">
      <dgm:prSet/>
      <dgm:spPr/>
      <dgm:t>
        <a:bodyPr/>
        <a:lstStyle/>
        <a:p>
          <a:r>
            <a:rPr lang="en-US"/>
            <a:t>Government officials /regulatory reports </a:t>
          </a:r>
        </a:p>
      </dgm:t>
    </dgm:pt>
    <dgm:pt modelId="{6DFC511E-15C8-478B-9C61-85EC09929DE9}" type="parTrans" cxnId="{11DBE10E-D8D7-46BF-B6C5-B09ED775D2A1}">
      <dgm:prSet/>
      <dgm:spPr/>
      <dgm:t>
        <a:bodyPr/>
        <a:lstStyle/>
        <a:p>
          <a:endParaRPr lang="en-US"/>
        </a:p>
      </dgm:t>
    </dgm:pt>
    <dgm:pt modelId="{00558AB7-E4FE-4DDA-9B4D-4DFBB7F4AF5D}" type="sibTrans" cxnId="{11DBE10E-D8D7-46BF-B6C5-B09ED775D2A1}">
      <dgm:prSet/>
      <dgm:spPr/>
      <dgm:t>
        <a:bodyPr/>
        <a:lstStyle/>
        <a:p>
          <a:endParaRPr lang="en-US"/>
        </a:p>
      </dgm:t>
    </dgm:pt>
    <dgm:pt modelId="{63BF30AD-3464-4D33-9A5F-8305A27D713F}">
      <dgm:prSet/>
      <dgm:spPr/>
      <dgm:t>
        <a:bodyPr/>
        <a:lstStyle/>
        <a:p>
          <a:r>
            <a:rPr lang="en-US"/>
            <a:t>Researchers/Academics </a:t>
          </a:r>
        </a:p>
      </dgm:t>
    </dgm:pt>
    <dgm:pt modelId="{7282EC7D-CE13-405E-A7D8-D6C39DEACBCE}" type="parTrans" cxnId="{4559B5E0-EA60-41FF-BFDC-636A9C9980B0}">
      <dgm:prSet/>
      <dgm:spPr/>
      <dgm:t>
        <a:bodyPr/>
        <a:lstStyle/>
        <a:p>
          <a:endParaRPr lang="en-US"/>
        </a:p>
      </dgm:t>
    </dgm:pt>
    <dgm:pt modelId="{290A9C00-FD5A-4E8A-83FD-73D33D67A2EE}" type="sibTrans" cxnId="{4559B5E0-EA60-41FF-BFDC-636A9C9980B0}">
      <dgm:prSet/>
      <dgm:spPr/>
      <dgm:t>
        <a:bodyPr/>
        <a:lstStyle/>
        <a:p>
          <a:endParaRPr lang="en-US"/>
        </a:p>
      </dgm:t>
    </dgm:pt>
    <dgm:pt modelId="{1C8080E6-5678-4B5F-BD70-E301CBD6E649}">
      <dgm:prSet/>
      <dgm:spPr/>
      <dgm:t>
        <a:bodyPr/>
        <a:lstStyle/>
        <a:p>
          <a:r>
            <a:rPr lang="en-US"/>
            <a:t>Employees or staff </a:t>
          </a:r>
        </a:p>
      </dgm:t>
    </dgm:pt>
    <dgm:pt modelId="{3BF96531-D579-4CA0-953C-65208835BE18}" type="parTrans" cxnId="{84FAE957-D8BC-43D1-A8EB-860BFC0B38E9}">
      <dgm:prSet/>
      <dgm:spPr/>
      <dgm:t>
        <a:bodyPr/>
        <a:lstStyle/>
        <a:p>
          <a:endParaRPr lang="en-US"/>
        </a:p>
      </dgm:t>
    </dgm:pt>
    <dgm:pt modelId="{A9358EE2-63A1-4951-8979-560110268C8E}" type="sibTrans" cxnId="{84FAE957-D8BC-43D1-A8EB-860BFC0B38E9}">
      <dgm:prSet/>
      <dgm:spPr/>
      <dgm:t>
        <a:bodyPr/>
        <a:lstStyle/>
        <a:p>
          <a:endParaRPr lang="en-US"/>
        </a:p>
      </dgm:t>
    </dgm:pt>
    <dgm:pt modelId="{D5B6C3EC-8296-44D9-A84C-4158E4E529BB}">
      <dgm:prSet/>
      <dgm:spPr/>
      <dgm:t>
        <a:bodyPr/>
        <a:lstStyle/>
        <a:p>
          <a:r>
            <a:rPr lang="en-US"/>
            <a:t>Suppliers/vendors </a:t>
          </a:r>
        </a:p>
      </dgm:t>
    </dgm:pt>
    <dgm:pt modelId="{55F52080-D636-4628-B483-20AD3EED9290}" type="parTrans" cxnId="{D6A97209-6182-4993-AD93-86545391F1B5}">
      <dgm:prSet/>
      <dgm:spPr/>
      <dgm:t>
        <a:bodyPr/>
        <a:lstStyle/>
        <a:p>
          <a:endParaRPr lang="en-US"/>
        </a:p>
      </dgm:t>
    </dgm:pt>
    <dgm:pt modelId="{4AAB4719-B459-4C8C-B7B0-BDF1E2331A97}" type="sibTrans" cxnId="{D6A97209-6182-4993-AD93-86545391F1B5}">
      <dgm:prSet/>
      <dgm:spPr/>
      <dgm:t>
        <a:bodyPr/>
        <a:lstStyle/>
        <a:p>
          <a:endParaRPr lang="en-US"/>
        </a:p>
      </dgm:t>
    </dgm:pt>
    <dgm:pt modelId="{926C7DC5-18E0-415C-B707-B07E91B4F615}">
      <dgm:prSet/>
      <dgm:spPr/>
      <dgm:t>
        <a:bodyPr/>
        <a:lstStyle/>
        <a:p>
          <a:r>
            <a:rPr lang="en-US"/>
            <a:t>Policy makers </a:t>
          </a:r>
        </a:p>
      </dgm:t>
    </dgm:pt>
    <dgm:pt modelId="{D8577EDD-209F-4FF5-A461-F5C5083040CA}" type="parTrans" cxnId="{9D542B75-4828-4A32-BEBE-C9C4A1AEF838}">
      <dgm:prSet/>
      <dgm:spPr/>
      <dgm:t>
        <a:bodyPr/>
        <a:lstStyle/>
        <a:p>
          <a:endParaRPr lang="en-US"/>
        </a:p>
      </dgm:t>
    </dgm:pt>
    <dgm:pt modelId="{B635BB01-FBA2-4A87-A5EA-ADE8EC914D97}" type="sibTrans" cxnId="{9D542B75-4828-4A32-BEBE-C9C4A1AEF838}">
      <dgm:prSet/>
      <dgm:spPr/>
      <dgm:t>
        <a:bodyPr/>
        <a:lstStyle/>
        <a:p>
          <a:endParaRPr lang="en-US"/>
        </a:p>
      </dgm:t>
    </dgm:pt>
    <dgm:pt modelId="{2F32C454-E55A-4DC3-9C17-F703CC858897}">
      <dgm:prSet/>
      <dgm:spPr/>
      <dgm:t>
        <a:bodyPr/>
        <a:lstStyle/>
        <a:p>
          <a:r>
            <a:rPr lang="en-US"/>
            <a:t>Students' academics </a:t>
          </a:r>
        </a:p>
      </dgm:t>
    </dgm:pt>
    <dgm:pt modelId="{5CE0BDCB-B03F-4362-B614-463C03994D73}" type="parTrans" cxnId="{1A0E3E72-DAE5-4995-98A5-FABD70C92EF4}">
      <dgm:prSet/>
      <dgm:spPr/>
      <dgm:t>
        <a:bodyPr/>
        <a:lstStyle/>
        <a:p>
          <a:endParaRPr lang="en-US"/>
        </a:p>
      </dgm:t>
    </dgm:pt>
    <dgm:pt modelId="{EC84B6E6-9DBF-4CB0-8AEE-E96561310F24}" type="sibTrans" cxnId="{1A0E3E72-DAE5-4995-98A5-FABD70C92EF4}">
      <dgm:prSet/>
      <dgm:spPr/>
      <dgm:t>
        <a:bodyPr/>
        <a:lstStyle/>
        <a:p>
          <a:endParaRPr lang="en-US"/>
        </a:p>
      </dgm:t>
    </dgm:pt>
    <dgm:pt modelId="{DA3741EF-F146-40E0-AA2A-CDFD87DE56ED}">
      <dgm:prSet/>
      <dgm:spPr/>
      <dgm:t>
        <a:bodyPr/>
        <a:lstStyle/>
        <a:p>
          <a:r>
            <a:rPr lang="en-US"/>
            <a:t>General public</a:t>
          </a:r>
        </a:p>
      </dgm:t>
    </dgm:pt>
    <dgm:pt modelId="{68A092F0-628C-431E-B1DB-88EC314A52C1}" type="parTrans" cxnId="{1D1A4CBA-72AD-4093-904D-4A32469BC527}">
      <dgm:prSet/>
      <dgm:spPr/>
      <dgm:t>
        <a:bodyPr/>
        <a:lstStyle/>
        <a:p>
          <a:endParaRPr lang="en-US"/>
        </a:p>
      </dgm:t>
    </dgm:pt>
    <dgm:pt modelId="{A541BA7B-8147-42A0-AF65-2A42998FCC00}" type="sibTrans" cxnId="{1D1A4CBA-72AD-4093-904D-4A32469BC527}">
      <dgm:prSet/>
      <dgm:spPr/>
      <dgm:t>
        <a:bodyPr/>
        <a:lstStyle/>
        <a:p>
          <a:endParaRPr lang="en-US"/>
        </a:p>
      </dgm:t>
    </dgm:pt>
    <dgm:pt modelId="{8CEB5E11-75E5-4376-B350-68B7E9C8BB01}">
      <dgm:prSet/>
      <dgm:spPr/>
      <dgm:t>
        <a:bodyPr/>
        <a:lstStyle/>
        <a:p>
          <a:r>
            <a:rPr lang="en-US"/>
            <a:t>Auditors </a:t>
          </a:r>
        </a:p>
      </dgm:t>
    </dgm:pt>
    <dgm:pt modelId="{CEEB93D1-F3BB-4C9C-99C4-08DB4EE00AC4}" type="parTrans" cxnId="{9DCE0705-79EA-4CF9-BFF8-F8DE854C836A}">
      <dgm:prSet/>
      <dgm:spPr/>
      <dgm:t>
        <a:bodyPr/>
        <a:lstStyle/>
        <a:p>
          <a:endParaRPr lang="en-US"/>
        </a:p>
      </dgm:t>
    </dgm:pt>
    <dgm:pt modelId="{8AD32C86-DF04-4E12-A11B-EF433D95168C}" type="sibTrans" cxnId="{9DCE0705-79EA-4CF9-BFF8-F8DE854C836A}">
      <dgm:prSet/>
      <dgm:spPr/>
      <dgm:t>
        <a:bodyPr/>
        <a:lstStyle/>
        <a:p>
          <a:endParaRPr lang="en-US"/>
        </a:p>
      </dgm:t>
    </dgm:pt>
    <dgm:pt modelId="{74A58AF5-CEFA-4C0A-B94C-2E880379C704}">
      <dgm:prSet/>
      <dgm:spPr/>
      <dgm:t>
        <a:bodyPr/>
        <a:lstStyle/>
        <a:p>
          <a:r>
            <a:rPr lang="en-US"/>
            <a:t>Supervisors/Directors </a:t>
          </a:r>
        </a:p>
      </dgm:t>
    </dgm:pt>
    <dgm:pt modelId="{9E867CEC-26C1-4BD2-B82F-CFA7C5CB20C7}" type="parTrans" cxnId="{C27F084B-0B42-47DB-BEF8-F993589C32BF}">
      <dgm:prSet/>
      <dgm:spPr/>
      <dgm:t>
        <a:bodyPr/>
        <a:lstStyle/>
        <a:p>
          <a:endParaRPr lang="en-US"/>
        </a:p>
      </dgm:t>
    </dgm:pt>
    <dgm:pt modelId="{6DAC5D47-17FB-478A-9DD5-AD90D2B8E3BA}" type="sibTrans" cxnId="{C27F084B-0B42-47DB-BEF8-F993589C32BF}">
      <dgm:prSet/>
      <dgm:spPr/>
      <dgm:t>
        <a:bodyPr/>
        <a:lstStyle/>
        <a:p>
          <a:endParaRPr lang="en-US"/>
        </a:p>
      </dgm:t>
    </dgm:pt>
    <dgm:pt modelId="{ACD10BE5-6A65-45D3-B290-D9CEDE1031F0}" type="pres">
      <dgm:prSet presAssocID="{3C03B44E-FE49-4775-AC63-11E5591144E8}" presName="diagram" presStyleCnt="0">
        <dgm:presLayoutVars>
          <dgm:dir/>
          <dgm:resizeHandles val="exact"/>
        </dgm:presLayoutVars>
      </dgm:prSet>
      <dgm:spPr/>
    </dgm:pt>
    <dgm:pt modelId="{B8ED80A7-DF13-42C7-A9B0-95D2AA23A457}" type="pres">
      <dgm:prSet presAssocID="{F79E2087-1D6F-4FD6-9C85-EECD5A9B8816}" presName="node" presStyleLbl="node1" presStyleIdx="0" presStyleCnt="13">
        <dgm:presLayoutVars>
          <dgm:bulletEnabled val="1"/>
        </dgm:presLayoutVars>
      </dgm:prSet>
      <dgm:spPr/>
    </dgm:pt>
    <dgm:pt modelId="{B8BD4ED1-FC96-4AEA-927D-0C77DCA064A9}" type="pres">
      <dgm:prSet presAssocID="{D1EB9CF0-25AF-4D1E-9746-BC2C8CD32FC4}" presName="sibTrans" presStyleCnt="0"/>
      <dgm:spPr/>
    </dgm:pt>
    <dgm:pt modelId="{D5ECEDCA-1929-49B5-B34B-8820EE076F17}" type="pres">
      <dgm:prSet presAssocID="{EF25BEF8-85E4-42A3-A417-5156DA14F5D6}" presName="node" presStyleLbl="node1" presStyleIdx="1" presStyleCnt="13">
        <dgm:presLayoutVars>
          <dgm:bulletEnabled val="1"/>
        </dgm:presLayoutVars>
      </dgm:prSet>
      <dgm:spPr/>
    </dgm:pt>
    <dgm:pt modelId="{F1FB730C-D1B5-4367-AAC6-9B184F041D79}" type="pres">
      <dgm:prSet presAssocID="{E07989E1-4869-4D01-9852-D24673679063}" presName="sibTrans" presStyleCnt="0"/>
      <dgm:spPr/>
    </dgm:pt>
    <dgm:pt modelId="{9021755D-3168-421B-8AAC-DB00D7C86BAB}" type="pres">
      <dgm:prSet presAssocID="{28C9B2DE-50D3-43B3-9F43-2F07D00A27CD}" presName="node" presStyleLbl="node1" presStyleIdx="2" presStyleCnt="13">
        <dgm:presLayoutVars>
          <dgm:bulletEnabled val="1"/>
        </dgm:presLayoutVars>
      </dgm:prSet>
      <dgm:spPr/>
    </dgm:pt>
    <dgm:pt modelId="{F14FF947-AA28-4A54-9282-728CC84DEC8B}" type="pres">
      <dgm:prSet presAssocID="{72148536-2ADF-4B83-A3DE-0F25490DD4AB}" presName="sibTrans" presStyleCnt="0"/>
      <dgm:spPr/>
    </dgm:pt>
    <dgm:pt modelId="{92E5ABE4-68F6-4F9C-9FBB-9BC16DCB82DF}" type="pres">
      <dgm:prSet presAssocID="{A86DFFFD-0E75-4DB5-BA20-E122741DB811}" presName="node" presStyleLbl="node1" presStyleIdx="3" presStyleCnt="13">
        <dgm:presLayoutVars>
          <dgm:bulletEnabled val="1"/>
        </dgm:presLayoutVars>
      </dgm:prSet>
      <dgm:spPr/>
    </dgm:pt>
    <dgm:pt modelId="{CC538A87-B827-4B3F-B0F0-096B21F0BEEA}" type="pres">
      <dgm:prSet presAssocID="{72E96ACF-563B-4D58-9798-42A1BF228990}" presName="sibTrans" presStyleCnt="0"/>
      <dgm:spPr/>
    </dgm:pt>
    <dgm:pt modelId="{0D99BBFC-1426-4EA5-B2F5-52C33ED9AA47}" type="pres">
      <dgm:prSet presAssocID="{F9524332-6AD1-4939-9AEE-6FAE51D5691E}" presName="node" presStyleLbl="node1" presStyleIdx="4" presStyleCnt="13">
        <dgm:presLayoutVars>
          <dgm:bulletEnabled val="1"/>
        </dgm:presLayoutVars>
      </dgm:prSet>
      <dgm:spPr/>
    </dgm:pt>
    <dgm:pt modelId="{AF298226-DCBC-4981-8A1C-F4A31614FE77}" type="pres">
      <dgm:prSet presAssocID="{00558AB7-E4FE-4DDA-9B4D-4DFBB7F4AF5D}" presName="sibTrans" presStyleCnt="0"/>
      <dgm:spPr/>
    </dgm:pt>
    <dgm:pt modelId="{E48974FE-CE57-4581-B5B7-B0E7A7B0CABB}" type="pres">
      <dgm:prSet presAssocID="{63BF30AD-3464-4D33-9A5F-8305A27D713F}" presName="node" presStyleLbl="node1" presStyleIdx="5" presStyleCnt="13">
        <dgm:presLayoutVars>
          <dgm:bulletEnabled val="1"/>
        </dgm:presLayoutVars>
      </dgm:prSet>
      <dgm:spPr/>
    </dgm:pt>
    <dgm:pt modelId="{8B195135-6267-4D5E-A053-4E8701C448C9}" type="pres">
      <dgm:prSet presAssocID="{290A9C00-FD5A-4E8A-83FD-73D33D67A2EE}" presName="sibTrans" presStyleCnt="0"/>
      <dgm:spPr/>
    </dgm:pt>
    <dgm:pt modelId="{9B17C340-AEE2-47D4-A5AE-337887012CDD}" type="pres">
      <dgm:prSet presAssocID="{1C8080E6-5678-4B5F-BD70-E301CBD6E649}" presName="node" presStyleLbl="node1" presStyleIdx="6" presStyleCnt="13">
        <dgm:presLayoutVars>
          <dgm:bulletEnabled val="1"/>
        </dgm:presLayoutVars>
      </dgm:prSet>
      <dgm:spPr/>
    </dgm:pt>
    <dgm:pt modelId="{94E67A7F-78F4-4B86-A40F-450F12E13C10}" type="pres">
      <dgm:prSet presAssocID="{A9358EE2-63A1-4951-8979-560110268C8E}" presName="sibTrans" presStyleCnt="0"/>
      <dgm:spPr/>
    </dgm:pt>
    <dgm:pt modelId="{441A1155-412A-460E-801A-C2C515BB10A4}" type="pres">
      <dgm:prSet presAssocID="{D5B6C3EC-8296-44D9-A84C-4158E4E529BB}" presName="node" presStyleLbl="node1" presStyleIdx="7" presStyleCnt="13">
        <dgm:presLayoutVars>
          <dgm:bulletEnabled val="1"/>
        </dgm:presLayoutVars>
      </dgm:prSet>
      <dgm:spPr/>
    </dgm:pt>
    <dgm:pt modelId="{B3A2FF4B-0BDB-4087-A87A-35EEF693120E}" type="pres">
      <dgm:prSet presAssocID="{4AAB4719-B459-4C8C-B7B0-BDF1E2331A97}" presName="sibTrans" presStyleCnt="0"/>
      <dgm:spPr/>
    </dgm:pt>
    <dgm:pt modelId="{A6A1BDD9-ECED-4B0C-949B-0E7B423C9E52}" type="pres">
      <dgm:prSet presAssocID="{926C7DC5-18E0-415C-B707-B07E91B4F615}" presName="node" presStyleLbl="node1" presStyleIdx="8" presStyleCnt="13">
        <dgm:presLayoutVars>
          <dgm:bulletEnabled val="1"/>
        </dgm:presLayoutVars>
      </dgm:prSet>
      <dgm:spPr/>
    </dgm:pt>
    <dgm:pt modelId="{B916AC0C-BA4C-4BB7-B71C-0A49797B0F85}" type="pres">
      <dgm:prSet presAssocID="{B635BB01-FBA2-4A87-A5EA-ADE8EC914D97}" presName="sibTrans" presStyleCnt="0"/>
      <dgm:spPr/>
    </dgm:pt>
    <dgm:pt modelId="{45D0F81F-D43B-42D9-9860-EB794AD69315}" type="pres">
      <dgm:prSet presAssocID="{2F32C454-E55A-4DC3-9C17-F703CC858897}" presName="node" presStyleLbl="node1" presStyleIdx="9" presStyleCnt="13">
        <dgm:presLayoutVars>
          <dgm:bulletEnabled val="1"/>
        </dgm:presLayoutVars>
      </dgm:prSet>
      <dgm:spPr/>
    </dgm:pt>
    <dgm:pt modelId="{92ED9576-2340-4162-A5C3-B53BA86322C1}" type="pres">
      <dgm:prSet presAssocID="{EC84B6E6-9DBF-4CB0-8AEE-E96561310F24}" presName="sibTrans" presStyleCnt="0"/>
      <dgm:spPr/>
    </dgm:pt>
    <dgm:pt modelId="{A80D2DFC-FC87-4229-A4CA-B26456F7BAFE}" type="pres">
      <dgm:prSet presAssocID="{DA3741EF-F146-40E0-AA2A-CDFD87DE56ED}" presName="node" presStyleLbl="node1" presStyleIdx="10" presStyleCnt="13">
        <dgm:presLayoutVars>
          <dgm:bulletEnabled val="1"/>
        </dgm:presLayoutVars>
      </dgm:prSet>
      <dgm:spPr/>
    </dgm:pt>
    <dgm:pt modelId="{92C12963-E687-4FC9-8EEA-F52533A90E10}" type="pres">
      <dgm:prSet presAssocID="{A541BA7B-8147-42A0-AF65-2A42998FCC00}" presName="sibTrans" presStyleCnt="0"/>
      <dgm:spPr/>
    </dgm:pt>
    <dgm:pt modelId="{98A72B13-63DE-4EFD-92E1-53A719C17E73}" type="pres">
      <dgm:prSet presAssocID="{8CEB5E11-75E5-4376-B350-68B7E9C8BB01}" presName="node" presStyleLbl="node1" presStyleIdx="11" presStyleCnt="13">
        <dgm:presLayoutVars>
          <dgm:bulletEnabled val="1"/>
        </dgm:presLayoutVars>
      </dgm:prSet>
      <dgm:spPr/>
    </dgm:pt>
    <dgm:pt modelId="{72B5E411-942A-4EAB-8980-E98E5104792E}" type="pres">
      <dgm:prSet presAssocID="{8AD32C86-DF04-4E12-A11B-EF433D95168C}" presName="sibTrans" presStyleCnt="0"/>
      <dgm:spPr/>
    </dgm:pt>
    <dgm:pt modelId="{E183ED9D-5952-4676-A758-198E7CDCA768}" type="pres">
      <dgm:prSet presAssocID="{74A58AF5-CEFA-4C0A-B94C-2E880379C704}" presName="node" presStyleLbl="node1" presStyleIdx="12" presStyleCnt="13">
        <dgm:presLayoutVars>
          <dgm:bulletEnabled val="1"/>
        </dgm:presLayoutVars>
      </dgm:prSet>
      <dgm:spPr/>
    </dgm:pt>
  </dgm:ptLst>
  <dgm:cxnLst>
    <dgm:cxn modelId="{9DCE0705-79EA-4CF9-BFF8-F8DE854C836A}" srcId="{3C03B44E-FE49-4775-AC63-11E5591144E8}" destId="{8CEB5E11-75E5-4376-B350-68B7E9C8BB01}" srcOrd="11" destOrd="0" parTransId="{CEEB93D1-F3BB-4C9C-99C4-08DB4EE00AC4}" sibTransId="{8AD32C86-DF04-4E12-A11B-EF433D95168C}"/>
    <dgm:cxn modelId="{D6A97209-6182-4993-AD93-86545391F1B5}" srcId="{3C03B44E-FE49-4775-AC63-11E5591144E8}" destId="{D5B6C3EC-8296-44D9-A84C-4158E4E529BB}" srcOrd="7" destOrd="0" parTransId="{55F52080-D636-4628-B483-20AD3EED9290}" sibTransId="{4AAB4719-B459-4C8C-B7B0-BDF1E2331A97}"/>
    <dgm:cxn modelId="{0E6F420C-FB64-40D9-9061-2002C1BB4A7A}" type="presOf" srcId="{DA3741EF-F146-40E0-AA2A-CDFD87DE56ED}" destId="{A80D2DFC-FC87-4229-A4CA-B26456F7BAFE}" srcOrd="0" destOrd="0" presId="urn:microsoft.com/office/officeart/2005/8/layout/default"/>
    <dgm:cxn modelId="{11DBE10E-D8D7-46BF-B6C5-B09ED775D2A1}" srcId="{3C03B44E-FE49-4775-AC63-11E5591144E8}" destId="{F9524332-6AD1-4939-9AEE-6FAE51D5691E}" srcOrd="4" destOrd="0" parTransId="{6DFC511E-15C8-478B-9C61-85EC09929DE9}" sibTransId="{00558AB7-E4FE-4DDA-9B4D-4DFBB7F4AF5D}"/>
    <dgm:cxn modelId="{CBB1CE35-1DD0-49B1-9886-4603A8A54BFD}" srcId="{3C03B44E-FE49-4775-AC63-11E5591144E8}" destId="{F79E2087-1D6F-4FD6-9C85-EECD5A9B8816}" srcOrd="0" destOrd="0" parTransId="{4F720C0B-0F6A-4489-A4E0-2CFDE33FB3CA}" sibTransId="{D1EB9CF0-25AF-4D1E-9746-BC2C8CD32FC4}"/>
    <dgm:cxn modelId="{261D6C5F-1D03-4628-8081-F7946B5D3168}" type="presOf" srcId="{F79E2087-1D6F-4FD6-9C85-EECD5A9B8816}" destId="{B8ED80A7-DF13-42C7-A9B0-95D2AA23A457}" srcOrd="0" destOrd="0" presId="urn:microsoft.com/office/officeart/2005/8/layout/default"/>
    <dgm:cxn modelId="{E982EE67-226A-4454-88AA-8C407C86A323}" type="presOf" srcId="{28C9B2DE-50D3-43B3-9F43-2F07D00A27CD}" destId="{9021755D-3168-421B-8AAC-DB00D7C86BAB}" srcOrd="0" destOrd="0" presId="urn:microsoft.com/office/officeart/2005/8/layout/default"/>
    <dgm:cxn modelId="{C27F084B-0B42-47DB-BEF8-F993589C32BF}" srcId="{3C03B44E-FE49-4775-AC63-11E5591144E8}" destId="{74A58AF5-CEFA-4C0A-B94C-2E880379C704}" srcOrd="12" destOrd="0" parTransId="{9E867CEC-26C1-4BD2-B82F-CFA7C5CB20C7}" sibTransId="{6DAC5D47-17FB-478A-9DD5-AD90D2B8E3BA}"/>
    <dgm:cxn modelId="{3324CA6D-AE26-4EA9-BC34-2CA8A01B842B}" type="presOf" srcId="{EF25BEF8-85E4-42A3-A417-5156DA14F5D6}" destId="{D5ECEDCA-1929-49B5-B34B-8820EE076F17}" srcOrd="0" destOrd="0" presId="urn:microsoft.com/office/officeart/2005/8/layout/default"/>
    <dgm:cxn modelId="{D25F9A4E-7708-423D-801A-92D1A9130FFD}" type="presOf" srcId="{F9524332-6AD1-4939-9AEE-6FAE51D5691E}" destId="{0D99BBFC-1426-4EA5-B2F5-52C33ED9AA47}" srcOrd="0" destOrd="0" presId="urn:microsoft.com/office/officeart/2005/8/layout/default"/>
    <dgm:cxn modelId="{1A0E3E72-DAE5-4995-98A5-FABD70C92EF4}" srcId="{3C03B44E-FE49-4775-AC63-11E5591144E8}" destId="{2F32C454-E55A-4DC3-9C17-F703CC858897}" srcOrd="9" destOrd="0" parTransId="{5CE0BDCB-B03F-4362-B614-463C03994D73}" sibTransId="{EC84B6E6-9DBF-4CB0-8AEE-E96561310F24}"/>
    <dgm:cxn modelId="{9D542B75-4828-4A32-BEBE-C9C4A1AEF838}" srcId="{3C03B44E-FE49-4775-AC63-11E5591144E8}" destId="{926C7DC5-18E0-415C-B707-B07E91B4F615}" srcOrd="8" destOrd="0" parTransId="{D8577EDD-209F-4FF5-A461-F5C5083040CA}" sibTransId="{B635BB01-FBA2-4A87-A5EA-ADE8EC914D97}"/>
    <dgm:cxn modelId="{84FAE957-D8BC-43D1-A8EB-860BFC0B38E9}" srcId="{3C03B44E-FE49-4775-AC63-11E5591144E8}" destId="{1C8080E6-5678-4B5F-BD70-E301CBD6E649}" srcOrd="6" destOrd="0" parTransId="{3BF96531-D579-4CA0-953C-65208835BE18}" sibTransId="{A9358EE2-63A1-4951-8979-560110268C8E}"/>
    <dgm:cxn modelId="{9E7DA8AC-2286-4263-ADC3-B121264CB1D1}" type="presOf" srcId="{8CEB5E11-75E5-4376-B350-68B7E9C8BB01}" destId="{98A72B13-63DE-4EFD-92E1-53A719C17E73}" srcOrd="0" destOrd="0" presId="urn:microsoft.com/office/officeart/2005/8/layout/default"/>
    <dgm:cxn modelId="{F26A79B3-1ADF-433B-939C-67539D01C5D3}" srcId="{3C03B44E-FE49-4775-AC63-11E5591144E8}" destId="{A86DFFFD-0E75-4DB5-BA20-E122741DB811}" srcOrd="3" destOrd="0" parTransId="{C6CADA8C-9169-4671-90F7-7AE5342C35E3}" sibTransId="{72E96ACF-563B-4D58-9798-42A1BF228990}"/>
    <dgm:cxn modelId="{1D1A4CBA-72AD-4093-904D-4A32469BC527}" srcId="{3C03B44E-FE49-4775-AC63-11E5591144E8}" destId="{DA3741EF-F146-40E0-AA2A-CDFD87DE56ED}" srcOrd="10" destOrd="0" parTransId="{68A092F0-628C-431E-B1DB-88EC314A52C1}" sibTransId="{A541BA7B-8147-42A0-AF65-2A42998FCC00}"/>
    <dgm:cxn modelId="{364277C8-45B2-4248-BD06-0C5C7003B02C}" type="presOf" srcId="{A86DFFFD-0E75-4DB5-BA20-E122741DB811}" destId="{92E5ABE4-68F6-4F9C-9FBB-9BC16DCB82DF}" srcOrd="0" destOrd="0" presId="urn:microsoft.com/office/officeart/2005/8/layout/default"/>
    <dgm:cxn modelId="{C7F54ED4-92ED-44E8-A535-C24F076ACC69}" srcId="{3C03B44E-FE49-4775-AC63-11E5591144E8}" destId="{28C9B2DE-50D3-43B3-9F43-2F07D00A27CD}" srcOrd="2" destOrd="0" parTransId="{9DEA602D-1838-4877-A823-424FF2F67814}" sibTransId="{72148536-2ADF-4B83-A3DE-0F25490DD4AB}"/>
    <dgm:cxn modelId="{4559B5E0-EA60-41FF-BFDC-636A9C9980B0}" srcId="{3C03B44E-FE49-4775-AC63-11E5591144E8}" destId="{63BF30AD-3464-4D33-9A5F-8305A27D713F}" srcOrd="5" destOrd="0" parTransId="{7282EC7D-CE13-405E-A7D8-D6C39DEACBCE}" sibTransId="{290A9C00-FD5A-4E8A-83FD-73D33D67A2EE}"/>
    <dgm:cxn modelId="{85A268E9-0789-4390-A915-A8487918E4FF}" type="presOf" srcId="{1C8080E6-5678-4B5F-BD70-E301CBD6E649}" destId="{9B17C340-AEE2-47D4-A5AE-337887012CDD}" srcOrd="0" destOrd="0" presId="urn:microsoft.com/office/officeart/2005/8/layout/default"/>
    <dgm:cxn modelId="{C1367EE9-35B0-4237-9556-5C087048D083}" type="presOf" srcId="{926C7DC5-18E0-415C-B707-B07E91B4F615}" destId="{A6A1BDD9-ECED-4B0C-949B-0E7B423C9E52}" srcOrd="0" destOrd="0" presId="urn:microsoft.com/office/officeart/2005/8/layout/default"/>
    <dgm:cxn modelId="{B524D1EA-47D2-454C-8D33-AE70FBD3969B}" type="presOf" srcId="{D5B6C3EC-8296-44D9-A84C-4158E4E529BB}" destId="{441A1155-412A-460E-801A-C2C515BB10A4}" srcOrd="0" destOrd="0" presId="urn:microsoft.com/office/officeart/2005/8/layout/default"/>
    <dgm:cxn modelId="{DEACF1EF-70BD-45B8-9FA1-7931C1A4F616}" type="presOf" srcId="{74A58AF5-CEFA-4C0A-B94C-2E880379C704}" destId="{E183ED9D-5952-4676-A758-198E7CDCA768}" srcOrd="0" destOrd="0" presId="urn:microsoft.com/office/officeart/2005/8/layout/default"/>
    <dgm:cxn modelId="{8E51F2F3-0D98-4458-A37C-A58BC3F16BE3}" type="presOf" srcId="{3C03B44E-FE49-4775-AC63-11E5591144E8}" destId="{ACD10BE5-6A65-45D3-B290-D9CEDE1031F0}" srcOrd="0" destOrd="0" presId="urn:microsoft.com/office/officeart/2005/8/layout/default"/>
    <dgm:cxn modelId="{368C3CF4-9855-4A81-A254-8FB69105660E}" type="presOf" srcId="{2F32C454-E55A-4DC3-9C17-F703CC858897}" destId="{45D0F81F-D43B-42D9-9860-EB794AD69315}" srcOrd="0" destOrd="0" presId="urn:microsoft.com/office/officeart/2005/8/layout/default"/>
    <dgm:cxn modelId="{CFE7DFF6-633E-4DD8-8405-B14590640F6E}" type="presOf" srcId="{63BF30AD-3464-4D33-9A5F-8305A27D713F}" destId="{E48974FE-CE57-4581-B5B7-B0E7A7B0CABB}" srcOrd="0" destOrd="0" presId="urn:microsoft.com/office/officeart/2005/8/layout/default"/>
    <dgm:cxn modelId="{403BFDFF-33E2-4DCD-B752-C7C0444A9EF2}" srcId="{3C03B44E-FE49-4775-AC63-11E5591144E8}" destId="{EF25BEF8-85E4-42A3-A417-5156DA14F5D6}" srcOrd="1" destOrd="0" parTransId="{1CBE6686-2A50-4893-8463-5996FBC5C05B}" sibTransId="{E07989E1-4869-4D01-9852-D24673679063}"/>
    <dgm:cxn modelId="{68B057B3-A264-4E9C-831B-495B2328337C}" type="presParOf" srcId="{ACD10BE5-6A65-45D3-B290-D9CEDE1031F0}" destId="{B8ED80A7-DF13-42C7-A9B0-95D2AA23A457}" srcOrd="0" destOrd="0" presId="urn:microsoft.com/office/officeart/2005/8/layout/default"/>
    <dgm:cxn modelId="{399CF260-A001-4ECB-9A1D-8FD25F3B5A63}" type="presParOf" srcId="{ACD10BE5-6A65-45D3-B290-D9CEDE1031F0}" destId="{B8BD4ED1-FC96-4AEA-927D-0C77DCA064A9}" srcOrd="1" destOrd="0" presId="urn:microsoft.com/office/officeart/2005/8/layout/default"/>
    <dgm:cxn modelId="{80B0523D-4A2D-4ECB-AD45-0494787EEDEA}" type="presParOf" srcId="{ACD10BE5-6A65-45D3-B290-D9CEDE1031F0}" destId="{D5ECEDCA-1929-49B5-B34B-8820EE076F17}" srcOrd="2" destOrd="0" presId="urn:microsoft.com/office/officeart/2005/8/layout/default"/>
    <dgm:cxn modelId="{61580CA8-8A67-4C7C-BC0B-4B8EA4333730}" type="presParOf" srcId="{ACD10BE5-6A65-45D3-B290-D9CEDE1031F0}" destId="{F1FB730C-D1B5-4367-AAC6-9B184F041D79}" srcOrd="3" destOrd="0" presId="urn:microsoft.com/office/officeart/2005/8/layout/default"/>
    <dgm:cxn modelId="{CC3D85E6-E74C-4570-A6CB-840EE5E7E5C4}" type="presParOf" srcId="{ACD10BE5-6A65-45D3-B290-D9CEDE1031F0}" destId="{9021755D-3168-421B-8AAC-DB00D7C86BAB}" srcOrd="4" destOrd="0" presId="urn:microsoft.com/office/officeart/2005/8/layout/default"/>
    <dgm:cxn modelId="{725E70E7-F6FA-4870-9CED-D128434128CF}" type="presParOf" srcId="{ACD10BE5-6A65-45D3-B290-D9CEDE1031F0}" destId="{F14FF947-AA28-4A54-9282-728CC84DEC8B}" srcOrd="5" destOrd="0" presId="urn:microsoft.com/office/officeart/2005/8/layout/default"/>
    <dgm:cxn modelId="{12B09A5E-ED3F-4A2E-8D52-D7FAD8D84BAE}" type="presParOf" srcId="{ACD10BE5-6A65-45D3-B290-D9CEDE1031F0}" destId="{92E5ABE4-68F6-4F9C-9FBB-9BC16DCB82DF}" srcOrd="6" destOrd="0" presId="urn:microsoft.com/office/officeart/2005/8/layout/default"/>
    <dgm:cxn modelId="{0221B55A-1464-4122-81EC-2C0502AD1AB8}" type="presParOf" srcId="{ACD10BE5-6A65-45D3-B290-D9CEDE1031F0}" destId="{CC538A87-B827-4B3F-B0F0-096B21F0BEEA}" srcOrd="7" destOrd="0" presId="urn:microsoft.com/office/officeart/2005/8/layout/default"/>
    <dgm:cxn modelId="{8CD46C67-5B29-4D12-99E9-C9029B0027E7}" type="presParOf" srcId="{ACD10BE5-6A65-45D3-B290-D9CEDE1031F0}" destId="{0D99BBFC-1426-4EA5-B2F5-52C33ED9AA47}" srcOrd="8" destOrd="0" presId="urn:microsoft.com/office/officeart/2005/8/layout/default"/>
    <dgm:cxn modelId="{364B47BC-2A39-4553-B116-C903932AF111}" type="presParOf" srcId="{ACD10BE5-6A65-45D3-B290-D9CEDE1031F0}" destId="{AF298226-DCBC-4981-8A1C-F4A31614FE77}" srcOrd="9" destOrd="0" presId="urn:microsoft.com/office/officeart/2005/8/layout/default"/>
    <dgm:cxn modelId="{61ACFB3D-6697-4A7B-A48C-2B8991D2FB67}" type="presParOf" srcId="{ACD10BE5-6A65-45D3-B290-D9CEDE1031F0}" destId="{E48974FE-CE57-4581-B5B7-B0E7A7B0CABB}" srcOrd="10" destOrd="0" presId="urn:microsoft.com/office/officeart/2005/8/layout/default"/>
    <dgm:cxn modelId="{F1744718-5AF6-4E54-BB38-69E5CEE23345}" type="presParOf" srcId="{ACD10BE5-6A65-45D3-B290-D9CEDE1031F0}" destId="{8B195135-6267-4D5E-A053-4E8701C448C9}" srcOrd="11" destOrd="0" presId="urn:microsoft.com/office/officeart/2005/8/layout/default"/>
    <dgm:cxn modelId="{17000BE9-F852-4AFE-99F5-77DDDF460B6E}" type="presParOf" srcId="{ACD10BE5-6A65-45D3-B290-D9CEDE1031F0}" destId="{9B17C340-AEE2-47D4-A5AE-337887012CDD}" srcOrd="12" destOrd="0" presId="urn:microsoft.com/office/officeart/2005/8/layout/default"/>
    <dgm:cxn modelId="{9E5A82CA-586D-414F-BB0D-47E6FEBAC8DC}" type="presParOf" srcId="{ACD10BE5-6A65-45D3-B290-D9CEDE1031F0}" destId="{94E67A7F-78F4-4B86-A40F-450F12E13C10}" srcOrd="13" destOrd="0" presId="urn:microsoft.com/office/officeart/2005/8/layout/default"/>
    <dgm:cxn modelId="{93562946-573F-4F2C-B0B1-7C8D7CAA8FCF}" type="presParOf" srcId="{ACD10BE5-6A65-45D3-B290-D9CEDE1031F0}" destId="{441A1155-412A-460E-801A-C2C515BB10A4}" srcOrd="14" destOrd="0" presId="urn:microsoft.com/office/officeart/2005/8/layout/default"/>
    <dgm:cxn modelId="{2467A81A-A502-4E23-B85E-AC7D1D48A61F}" type="presParOf" srcId="{ACD10BE5-6A65-45D3-B290-D9CEDE1031F0}" destId="{B3A2FF4B-0BDB-4087-A87A-35EEF693120E}" srcOrd="15" destOrd="0" presId="urn:microsoft.com/office/officeart/2005/8/layout/default"/>
    <dgm:cxn modelId="{B146334E-C49A-41FD-BF74-6118C5589C2B}" type="presParOf" srcId="{ACD10BE5-6A65-45D3-B290-D9CEDE1031F0}" destId="{A6A1BDD9-ECED-4B0C-949B-0E7B423C9E52}" srcOrd="16" destOrd="0" presId="urn:microsoft.com/office/officeart/2005/8/layout/default"/>
    <dgm:cxn modelId="{93C0CF06-93E6-4847-B908-B881DFD9EE49}" type="presParOf" srcId="{ACD10BE5-6A65-45D3-B290-D9CEDE1031F0}" destId="{B916AC0C-BA4C-4BB7-B71C-0A49797B0F85}" srcOrd="17" destOrd="0" presId="urn:microsoft.com/office/officeart/2005/8/layout/default"/>
    <dgm:cxn modelId="{8D9ACF6E-B320-4B98-BF22-1CFDB70508CD}" type="presParOf" srcId="{ACD10BE5-6A65-45D3-B290-D9CEDE1031F0}" destId="{45D0F81F-D43B-42D9-9860-EB794AD69315}" srcOrd="18" destOrd="0" presId="urn:microsoft.com/office/officeart/2005/8/layout/default"/>
    <dgm:cxn modelId="{C22CEF10-3E57-430F-965A-4665E77BA534}" type="presParOf" srcId="{ACD10BE5-6A65-45D3-B290-D9CEDE1031F0}" destId="{92ED9576-2340-4162-A5C3-B53BA86322C1}" srcOrd="19" destOrd="0" presId="urn:microsoft.com/office/officeart/2005/8/layout/default"/>
    <dgm:cxn modelId="{A6EF2505-74DF-42A4-AFB7-DA9AD29313F4}" type="presParOf" srcId="{ACD10BE5-6A65-45D3-B290-D9CEDE1031F0}" destId="{A80D2DFC-FC87-4229-A4CA-B26456F7BAFE}" srcOrd="20" destOrd="0" presId="urn:microsoft.com/office/officeart/2005/8/layout/default"/>
    <dgm:cxn modelId="{26759D2B-BED3-4BC3-9BEC-BA17241BE9F5}" type="presParOf" srcId="{ACD10BE5-6A65-45D3-B290-D9CEDE1031F0}" destId="{92C12963-E687-4FC9-8EEA-F52533A90E10}" srcOrd="21" destOrd="0" presId="urn:microsoft.com/office/officeart/2005/8/layout/default"/>
    <dgm:cxn modelId="{61BB9B22-C579-4338-A993-845297EE29FF}" type="presParOf" srcId="{ACD10BE5-6A65-45D3-B290-D9CEDE1031F0}" destId="{98A72B13-63DE-4EFD-92E1-53A719C17E73}" srcOrd="22" destOrd="0" presId="urn:microsoft.com/office/officeart/2005/8/layout/default"/>
    <dgm:cxn modelId="{B134B736-2835-4D5B-965A-0899B5D3D516}" type="presParOf" srcId="{ACD10BE5-6A65-45D3-B290-D9CEDE1031F0}" destId="{72B5E411-942A-4EAB-8980-E98E5104792E}" srcOrd="23" destOrd="0" presId="urn:microsoft.com/office/officeart/2005/8/layout/default"/>
    <dgm:cxn modelId="{F5D05E0E-5EEC-44D8-8C3A-9FC6E9B949D6}" type="presParOf" srcId="{ACD10BE5-6A65-45D3-B290-D9CEDE1031F0}" destId="{E183ED9D-5952-4676-A758-198E7CDCA768}" srcOrd="2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3871AEA-A556-4866-8398-8BDB0DC8299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2495FC-1E57-41D8-8357-8DF1921434C9}">
      <dgm:prSet/>
      <dgm:spPr/>
      <dgm:t>
        <a:bodyPr/>
        <a:lstStyle/>
        <a:p>
          <a:r>
            <a:rPr lang="en-US"/>
            <a:t>Structured, detailed documents aimed at providing technical information, research findings, or analysis for a specific purpose</a:t>
          </a:r>
        </a:p>
      </dgm:t>
    </dgm:pt>
    <dgm:pt modelId="{0C2E7604-DE40-4D57-B0DA-BE130CB8B6FA}" type="parTrans" cxnId="{A03E1FD6-1188-41AA-B1D9-B4EE63D7DCA9}">
      <dgm:prSet/>
      <dgm:spPr/>
      <dgm:t>
        <a:bodyPr/>
        <a:lstStyle/>
        <a:p>
          <a:endParaRPr lang="en-US"/>
        </a:p>
      </dgm:t>
    </dgm:pt>
    <dgm:pt modelId="{0A0F53EC-02F8-4469-B070-661180FD708B}" type="sibTrans" cxnId="{A03E1FD6-1188-41AA-B1D9-B4EE63D7DCA9}">
      <dgm:prSet/>
      <dgm:spPr/>
      <dgm:t>
        <a:bodyPr/>
        <a:lstStyle/>
        <a:p>
          <a:endParaRPr lang="en-US"/>
        </a:p>
      </dgm:t>
    </dgm:pt>
    <dgm:pt modelId="{3E42372E-5338-41AE-9379-4AF6F5C19E49}">
      <dgm:prSet/>
      <dgm:spPr/>
      <dgm:t>
        <a:bodyPr/>
        <a:lstStyle/>
        <a:p>
          <a:r>
            <a:rPr lang="en-US" dirty="0"/>
            <a:t>Effective use of graphs, visuals figures, jargon and terminology  </a:t>
          </a:r>
        </a:p>
      </dgm:t>
    </dgm:pt>
    <dgm:pt modelId="{6010E148-F1D7-48E1-8F4A-2D3CCF76319E}" type="parTrans" cxnId="{F1CAAD8E-717D-4E4C-B90C-F4AA70A97372}">
      <dgm:prSet/>
      <dgm:spPr/>
      <dgm:t>
        <a:bodyPr/>
        <a:lstStyle/>
        <a:p>
          <a:endParaRPr lang="en-US"/>
        </a:p>
      </dgm:t>
    </dgm:pt>
    <dgm:pt modelId="{5B6A3BDD-19B4-4309-A60B-76004DB0E108}" type="sibTrans" cxnId="{F1CAAD8E-717D-4E4C-B90C-F4AA70A97372}">
      <dgm:prSet/>
      <dgm:spPr/>
      <dgm:t>
        <a:bodyPr/>
        <a:lstStyle/>
        <a:p>
          <a:endParaRPr lang="en-US"/>
        </a:p>
      </dgm:t>
    </dgm:pt>
    <dgm:pt modelId="{9B6EB2B4-C93C-4F92-813F-58D6B0268C01}">
      <dgm:prSet/>
      <dgm:spPr/>
      <dgm:t>
        <a:bodyPr/>
        <a:lstStyle/>
        <a:p>
          <a:r>
            <a:rPr lang="en-US"/>
            <a:t>Logical structure </a:t>
          </a:r>
        </a:p>
      </dgm:t>
    </dgm:pt>
    <dgm:pt modelId="{3754BEF3-45FA-4BBB-B229-E32DFFA985CB}" type="parTrans" cxnId="{99609DB7-3A7A-4F9D-B747-E03EFA3B15B8}">
      <dgm:prSet/>
      <dgm:spPr/>
      <dgm:t>
        <a:bodyPr/>
        <a:lstStyle/>
        <a:p>
          <a:endParaRPr lang="en-US"/>
        </a:p>
      </dgm:t>
    </dgm:pt>
    <dgm:pt modelId="{5E76CE2D-5859-4358-8B88-EB3C1477154B}" type="sibTrans" cxnId="{99609DB7-3A7A-4F9D-B747-E03EFA3B15B8}">
      <dgm:prSet/>
      <dgm:spPr/>
      <dgm:t>
        <a:bodyPr/>
        <a:lstStyle/>
        <a:p>
          <a:endParaRPr lang="en-US"/>
        </a:p>
      </dgm:t>
    </dgm:pt>
    <dgm:pt modelId="{0F2F0D9F-E737-4F1B-8305-9BE8A0E565AB}" type="pres">
      <dgm:prSet presAssocID="{93871AEA-A556-4866-8398-8BDB0DC82999}" presName="root" presStyleCnt="0">
        <dgm:presLayoutVars>
          <dgm:dir/>
          <dgm:resizeHandles val="exact"/>
        </dgm:presLayoutVars>
      </dgm:prSet>
      <dgm:spPr/>
    </dgm:pt>
    <dgm:pt modelId="{D03BFA48-E892-47EA-9A75-6409CA4F119E}" type="pres">
      <dgm:prSet presAssocID="{ED2495FC-1E57-41D8-8357-8DF1921434C9}" presName="compNode" presStyleCnt="0"/>
      <dgm:spPr/>
    </dgm:pt>
    <dgm:pt modelId="{DE5F721C-242E-4E84-BED7-4BFDB35F74C3}" type="pres">
      <dgm:prSet presAssocID="{ED2495FC-1E57-41D8-8357-8DF1921434C9}" presName="bgRect" presStyleLbl="bgShp" presStyleIdx="0" presStyleCnt="3"/>
      <dgm:spPr/>
    </dgm:pt>
    <dgm:pt modelId="{0A108243-2148-4AAD-9F8E-1380833DDDB1}" type="pres">
      <dgm:prSet presAssocID="{ED2495FC-1E57-41D8-8357-8DF1921434C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8A4843D8-47B0-47D6-8D70-F315E0765A5C}" type="pres">
      <dgm:prSet presAssocID="{ED2495FC-1E57-41D8-8357-8DF1921434C9}" presName="spaceRect" presStyleCnt="0"/>
      <dgm:spPr/>
    </dgm:pt>
    <dgm:pt modelId="{4E366D41-3EEC-4B48-BD4A-0AD6C3892B35}" type="pres">
      <dgm:prSet presAssocID="{ED2495FC-1E57-41D8-8357-8DF1921434C9}" presName="parTx" presStyleLbl="revTx" presStyleIdx="0" presStyleCnt="3">
        <dgm:presLayoutVars>
          <dgm:chMax val="0"/>
          <dgm:chPref val="0"/>
        </dgm:presLayoutVars>
      </dgm:prSet>
      <dgm:spPr/>
    </dgm:pt>
    <dgm:pt modelId="{A0087209-D18F-4A79-9ECA-F4FA1AE2F431}" type="pres">
      <dgm:prSet presAssocID="{0A0F53EC-02F8-4469-B070-661180FD708B}" presName="sibTrans" presStyleCnt="0"/>
      <dgm:spPr/>
    </dgm:pt>
    <dgm:pt modelId="{CD246B71-48FA-45A7-BE1A-1A0255A73C24}" type="pres">
      <dgm:prSet presAssocID="{3E42372E-5338-41AE-9379-4AF6F5C19E49}" presName="compNode" presStyleCnt="0"/>
      <dgm:spPr/>
    </dgm:pt>
    <dgm:pt modelId="{4D0F8C66-BDB9-4320-A6C3-F5A48B301897}" type="pres">
      <dgm:prSet presAssocID="{3E42372E-5338-41AE-9379-4AF6F5C19E49}" presName="bgRect" presStyleLbl="bgShp" presStyleIdx="1" presStyleCnt="3"/>
      <dgm:spPr/>
    </dgm:pt>
    <dgm:pt modelId="{4180B45D-D7CF-492D-BB80-A05498099612}" type="pres">
      <dgm:prSet presAssocID="{3E42372E-5338-41AE-9379-4AF6F5C19E4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otes"/>
        </a:ext>
      </dgm:extLst>
    </dgm:pt>
    <dgm:pt modelId="{27790304-71B7-46B0-ABCC-65664BA5F098}" type="pres">
      <dgm:prSet presAssocID="{3E42372E-5338-41AE-9379-4AF6F5C19E49}" presName="spaceRect" presStyleCnt="0"/>
      <dgm:spPr/>
    </dgm:pt>
    <dgm:pt modelId="{4F44586F-2F20-4B38-B13D-558672B64BA9}" type="pres">
      <dgm:prSet presAssocID="{3E42372E-5338-41AE-9379-4AF6F5C19E49}" presName="parTx" presStyleLbl="revTx" presStyleIdx="1" presStyleCnt="3">
        <dgm:presLayoutVars>
          <dgm:chMax val="0"/>
          <dgm:chPref val="0"/>
        </dgm:presLayoutVars>
      </dgm:prSet>
      <dgm:spPr/>
    </dgm:pt>
    <dgm:pt modelId="{17EAF732-614A-484F-A863-01446D109B68}" type="pres">
      <dgm:prSet presAssocID="{5B6A3BDD-19B4-4309-A60B-76004DB0E108}" presName="sibTrans" presStyleCnt="0"/>
      <dgm:spPr/>
    </dgm:pt>
    <dgm:pt modelId="{55E0FABD-7356-4E25-BA47-F1D36C545062}" type="pres">
      <dgm:prSet presAssocID="{9B6EB2B4-C93C-4F92-813F-58D6B0268C01}" presName="compNode" presStyleCnt="0"/>
      <dgm:spPr/>
    </dgm:pt>
    <dgm:pt modelId="{D4F1DFEA-17FA-40C3-83E6-4B7EC3E266FC}" type="pres">
      <dgm:prSet presAssocID="{9B6EB2B4-C93C-4F92-813F-58D6B0268C01}" presName="bgRect" presStyleLbl="bgShp" presStyleIdx="2" presStyleCnt="3"/>
      <dgm:spPr/>
    </dgm:pt>
    <dgm:pt modelId="{1CE45522-4F18-4069-804E-B4FFE4A18AA5}" type="pres">
      <dgm:prSet presAssocID="{9B6EB2B4-C93C-4F92-813F-58D6B0268C0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DBB228EB-E2E5-44A8-8389-A62BAEBCBCA3}" type="pres">
      <dgm:prSet presAssocID="{9B6EB2B4-C93C-4F92-813F-58D6B0268C01}" presName="spaceRect" presStyleCnt="0"/>
      <dgm:spPr/>
    </dgm:pt>
    <dgm:pt modelId="{34CBCFE5-5BAB-407C-BF6D-8A04F04B02C6}" type="pres">
      <dgm:prSet presAssocID="{9B6EB2B4-C93C-4F92-813F-58D6B0268C01}" presName="parTx" presStyleLbl="revTx" presStyleIdx="2" presStyleCnt="3">
        <dgm:presLayoutVars>
          <dgm:chMax val="0"/>
          <dgm:chPref val="0"/>
        </dgm:presLayoutVars>
      </dgm:prSet>
      <dgm:spPr/>
    </dgm:pt>
  </dgm:ptLst>
  <dgm:cxnLst>
    <dgm:cxn modelId="{2089C716-C3E9-465B-B93B-52065F74E4B5}" type="presOf" srcId="{3E42372E-5338-41AE-9379-4AF6F5C19E49}" destId="{4F44586F-2F20-4B38-B13D-558672B64BA9}" srcOrd="0" destOrd="0" presId="urn:microsoft.com/office/officeart/2018/2/layout/IconVerticalSolidList"/>
    <dgm:cxn modelId="{88804139-AFB9-4E16-8428-A7FEDAE53F90}" type="presOf" srcId="{93871AEA-A556-4866-8398-8BDB0DC82999}" destId="{0F2F0D9F-E737-4F1B-8305-9BE8A0E565AB}" srcOrd="0" destOrd="0" presId="urn:microsoft.com/office/officeart/2018/2/layout/IconVerticalSolidList"/>
    <dgm:cxn modelId="{F1CAAD8E-717D-4E4C-B90C-F4AA70A97372}" srcId="{93871AEA-A556-4866-8398-8BDB0DC82999}" destId="{3E42372E-5338-41AE-9379-4AF6F5C19E49}" srcOrd="1" destOrd="0" parTransId="{6010E148-F1D7-48E1-8F4A-2D3CCF76319E}" sibTransId="{5B6A3BDD-19B4-4309-A60B-76004DB0E108}"/>
    <dgm:cxn modelId="{99609DB7-3A7A-4F9D-B747-E03EFA3B15B8}" srcId="{93871AEA-A556-4866-8398-8BDB0DC82999}" destId="{9B6EB2B4-C93C-4F92-813F-58D6B0268C01}" srcOrd="2" destOrd="0" parTransId="{3754BEF3-45FA-4BBB-B229-E32DFFA985CB}" sibTransId="{5E76CE2D-5859-4358-8B88-EB3C1477154B}"/>
    <dgm:cxn modelId="{D1A6E2B7-37E6-439F-9C25-2D78E55CA408}" type="presOf" srcId="{9B6EB2B4-C93C-4F92-813F-58D6B0268C01}" destId="{34CBCFE5-5BAB-407C-BF6D-8A04F04B02C6}" srcOrd="0" destOrd="0" presId="urn:microsoft.com/office/officeart/2018/2/layout/IconVerticalSolidList"/>
    <dgm:cxn modelId="{A03E1FD6-1188-41AA-B1D9-B4EE63D7DCA9}" srcId="{93871AEA-A556-4866-8398-8BDB0DC82999}" destId="{ED2495FC-1E57-41D8-8357-8DF1921434C9}" srcOrd="0" destOrd="0" parTransId="{0C2E7604-DE40-4D57-B0DA-BE130CB8B6FA}" sibTransId="{0A0F53EC-02F8-4469-B070-661180FD708B}"/>
    <dgm:cxn modelId="{95BE4CE2-2B9A-49EB-A986-05E3A0773286}" type="presOf" srcId="{ED2495FC-1E57-41D8-8357-8DF1921434C9}" destId="{4E366D41-3EEC-4B48-BD4A-0AD6C3892B35}" srcOrd="0" destOrd="0" presId="urn:microsoft.com/office/officeart/2018/2/layout/IconVerticalSolidList"/>
    <dgm:cxn modelId="{FA0F8D79-90D6-4BF9-8812-08C2B96D6D87}" type="presParOf" srcId="{0F2F0D9F-E737-4F1B-8305-9BE8A0E565AB}" destId="{D03BFA48-E892-47EA-9A75-6409CA4F119E}" srcOrd="0" destOrd="0" presId="urn:microsoft.com/office/officeart/2018/2/layout/IconVerticalSolidList"/>
    <dgm:cxn modelId="{7E18CB00-4F1F-495A-BDB5-1047BEFB44FF}" type="presParOf" srcId="{D03BFA48-E892-47EA-9A75-6409CA4F119E}" destId="{DE5F721C-242E-4E84-BED7-4BFDB35F74C3}" srcOrd="0" destOrd="0" presId="urn:microsoft.com/office/officeart/2018/2/layout/IconVerticalSolidList"/>
    <dgm:cxn modelId="{D5E67470-D275-4178-B8A1-3DFDDC51F8B6}" type="presParOf" srcId="{D03BFA48-E892-47EA-9A75-6409CA4F119E}" destId="{0A108243-2148-4AAD-9F8E-1380833DDDB1}" srcOrd="1" destOrd="0" presId="urn:microsoft.com/office/officeart/2018/2/layout/IconVerticalSolidList"/>
    <dgm:cxn modelId="{1095D88B-DFD9-41CB-9AC5-ADF00BE65469}" type="presParOf" srcId="{D03BFA48-E892-47EA-9A75-6409CA4F119E}" destId="{8A4843D8-47B0-47D6-8D70-F315E0765A5C}" srcOrd="2" destOrd="0" presId="urn:microsoft.com/office/officeart/2018/2/layout/IconVerticalSolidList"/>
    <dgm:cxn modelId="{9407D9D2-E93B-4028-8DBD-95BEC4C6E691}" type="presParOf" srcId="{D03BFA48-E892-47EA-9A75-6409CA4F119E}" destId="{4E366D41-3EEC-4B48-BD4A-0AD6C3892B35}" srcOrd="3" destOrd="0" presId="urn:microsoft.com/office/officeart/2018/2/layout/IconVerticalSolidList"/>
    <dgm:cxn modelId="{06422761-6489-41CD-B297-39375C1D7095}" type="presParOf" srcId="{0F2F0D9F-E737-4F1B-8305-9BE8A0E565AB}" destId="{A0087209-D18F-4A79-9ECA-F4FA1AE2F431}" srcOrd="1" destOrd="0" presId="urn:microsoft.com/office/officeart/2018/2/layout/IconVerticalSolidList"/>
    <dgm:cxn modelId="{33268C0E-1D80-4D10-AE53-50C21936AAA8}" type="presParOf" srcId="{0F2F0D9F-E737-4F1B-8305-9BE8A0E565AB}" destId="{CD246B71-48FA-45A7-BE1A-1A0255A73C24}" srcOrd="2" destOrd="0" presId="urn:microsoft.com/office/officeart/2018/2/layout/IconVerticalSolidList"/>
    <dgm:cxn modelId="{A109D052-CE9A-41BE-B12E-E3DE5E9809C2}" type="presParOf" srcId="{CD246B71-48FA-45A7-BE1A-1A0255A73C24}" destId="{4D0F8C66-BDB9-4320-A6C3-F5A48B301897}" srcOrd="0" destOrd="0" presId="urn:microsoft.com/office/officeart/2018/2/layout/IconVerticalSolidList"/>
    <dgm:cxn modelId="{2453658F-2684-4419-BDB6-DF684147A53B}" type="presParOf" srcId="{CD246B71-48FA-45A7-BE1A-1A0255A73C24}" destId="{4180B45D-D7CF-492D-BB80-A05498099612}" srcOrd="1" destOrd="0" presId="urn:microsoft.com/office/officeart/2018/2/layout/IconVerticalSolidList"/>
    <dgm:cxn modelId="{B005BAD8-A637-4F7F-BA46-B1BC356EE88A}" type="presParOf" srcId="{CD246B71-48FA-45A7-BE1A-1A0255A73C24}" destId="{27790304-71B7-46B0-ABCC-65664BA5F098}" srcOrd="2" destOrd="0" presId="urn:microsoft.com/office/officeart/2018/2/layout/IconVerticalSolidList"/>
    <dgm:cxn modelId="{0ACD2092-F12E-47D1-AAC1-510EBE51FA78}" type="presParOf" srcId="{CD246B71-48FA-45A7-BE1A-1A0255A73C24}" destId="{4F44586F-2F20-4B38-B13D-558672B64BA9}" srcOrd="3" destOrd="0" presId="urn:microsoft.com/office/officeart/2018/2/layout/IconVerticalSolidList"/>
    <dgm:cxn modelId="{3F325247-5DB0-4405-9B57-047D8D8914BE}" type="presParOf" srcId="{0F2F0D9F-E737-4F1B-8305-9BE8A0E565AB}" destId="{17EAF732-614A-484F-A863-01446D109B68}" srcOrd="3" destOrd="0" presId="urn:microsoft.com/office/officeart/2018/2/layout/IconVerticalSolidList"/>
    <dgm:cxn modelId="{1EA5AB54-F728-4EBC-B86B-190712099AD3}" type="presParOf" srcId="{0F2F0D9F-E737-4F1B-8305-9BE8A0E565AB}" destId="{55E0FABD-7356-4E25-BA47-F1D36C545062}" srcOrd="4" destOrd="0" presId="urn:microsoft.com/office/officeart/2018/2/layout/IconVerticalSolidList"/>
    <dgm:cxn modelId="{7A976462-8D8D-4D84-9FC7-CC4855280017}" type="presParOf" srcId="{55E0FABD-7356-4E25-BA47-F1D36C545062}" destId="{D4F1DFEA-17FA-40C3-83E6-4B7EC3E266FC}" srcOrd="0" destOrd="0" presId="urn:microsoft.com/office/officeart/2018/2/layout/IconVerticalSolidList"/>
    <dgm:cxn modelId="{55327643-5AA0-4C7A-BC32-749E7E0B5217}" type="presParOf" srcId="{55E0FABD-7356-4E25-BA47-F1D36C545062}" destId="{1CE45522-4F18-4069-804E-B4FFE4A18AA5}" srcOrd="1" destOrd="0" presId="urn:microsoft.com/office/officeart/2018/2/layout/IconVerticalSolidList"/>
    <dgm:cxn modelId="{3B2FBDBD-F51A-40FF-9B5B-3864A056AE87}" type="presParOf" srcId="{55E0FABD-7356-4E25-BA47-F1D36C545062}" destId="{DBB228EB-E2E5-44A8-8389-A62BAEBCBCA3}" srcOrd="2" destOrd="0" presId="urn:microsoft.com/office/officeart/2018/2/layout/IconVerticalSolidList"/>
    <dgm:cxn modelId="{474E59C0-DA9F-4217-9748-9BDF40E9FF4A}" type="presParOf" srcId="{55E0FABD-7356-4E25-BA47-F1D36C545062}" destId="{34CBCFE5-5BAB-407C-BF6D-8A04F04B02C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E22A2E-0858-4917-A791-B7F44DF5A8DB}">
      <dsp:nvSpPr>
        <dsp:cNvPr id="0" name=""/>
        <dsp:cNvSpPr/>
      </dsp:nvSpPr>
      <dsp:spPr>
        <a:xfrm>
          <a:off x="0" y="611"/>
          <a:ext cx="6144767" cy="14313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1C75DA-C292-48A5-AF07-770D93C0DA63}">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F17733-DDE2-4A33-BD91-C6894A7605C6}">
      <dsp:nvSpPr>
        <dsp:cNvPr id="0" name=""/>
        <dsp:cNvSpPr/>
      </dsp:nvSpPr>
      <dsp:spPr>
        <a:xfrm>
          <a:off x="1653197" y="611"/>
          <a:ext cx="4491570"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100000"/>
            </a:lnSpc>
            <a:spcBef>
              <a:spcPct val="0"/>
            </a:spcBef>
            <a:spcAft>
              <a:spcPct val="35000"/>
            </a:spcAft>
            <a:buNone/>
          </a:pPr>
          <a:r>
            <a:rPr lang="en-US" sz="2500" b="1" kern="1200"/>
            <a:t>1. </a:t>
          </a:r>
          <a:r>
            <a:rPr lang="en-US" sz="2500" kern="1200"/>
            <a:t>Internal (Employees, Management, Team Members, Supervisors)</a:t>
          </a:r>
        </a:p>
      </dsp:txBody>
      <dsp:txXfrm>
        <a:off x="1653197" y="611"/>
        <a:ext cx="4491570" cy="1431339"/>
      </dsp:txXfrm>
    </dsp:sp>
    <dsp:sp modelId="{A1607982-5779-45E4-9899-93E700C3F20D}">
      <dsp:nvSpPr>
        <dsp:cNvPr id="0" name=""/>
        <dsp:cNvSpPr/>
      </dsp:nvSpPr>
      <dsp:spPr>
        <a:xfrm>
          <a:off x="0" y="1789786"/>
          <a:ext cx="6144767" cy="14313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249EEF-682F-4200-B459-3C4A7F642D1F}">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8FEB7-9D17-48DE-A0E4-7E3A302490CD}">
      <dsp:nvSpPr>
        <dsp:cNvPr id="0" name=""/>
        <dsp:cNvSpPr/>
      </dsp:nvSpPr>
      <dsp:spPr>
        <a:xfrm>
          <a:off x="1653197" y="1789786"/>
          <a:ext cx="4491570"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100000"/>
            </a:lnSpc>
            <a:spcBef>
              <a:spcPct val="0"/>
            </a:spcBef>
            <a:spcAft>
              <a:spcPct val="35000"/>
            </a:spcAft>
            <a:buNone/>
          </a:pPr>
          <a:r>
            <a:rPr lang="en-US" sz="2500" kern="1200"/>
            <a:t>2. External (Clients, Stakeholders, Vendors, Public)</a:t>
          </a:r>
        </a:p>
      </dsp:txBody>
      <dsp:txXfrm>
        <a:off x="1653197" y="1789786"/>
        <a:ext cx="4491570" cy="1431339"/>
      </dsp:txXfrm>
    </dsp:sp>
    <dsp:sp modelId="{E2641C14-32D4-46B5-9D7D-AB9FB66E68EE}">
      <dsp:nvSpPr>
        <dsp:cNvPr id="0" name=""/>
        <dsp:cNvSpPr/>
      </dsp:nvSpPr>
      <dsp:spPr>
        <a:xfrm>
          <a:off x="0" y="3578960"/>
          <a:ext cx="6144767" cy="14313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5F62CC-7DD8-4BE0-BF8A-8F470C7F00EC}">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6157E4-59BA-4BD1-B8B5-FDA160795748}">
      <dsp:nvSpPr>
        <dsp:cNvPr id="0" name=""/>
        <dsp:cNvSpPr/>
      </dsp:nvSpPr>
      <dsp:spPr>
        <a:xfrm>
          <a:off x="1653197" y="3578960"/>
          <a:ext cx="4491570"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100000"/>
            </a:lnSpc>
            <a:spcBef>
              <a:spcPct val="0"/>
            </a:spcBef>
            <a:spcAft>
              <a:spcPct val="35000"/>
            </a:spcAft>
            <a:buNone/>
          </a:pPr>
          <a:r>
            <a:rPr lang="en-US" sz="2500" kern="1200"/>
            <a:t>3.Regulatory (Government Officials, Auditors, Policymakers</a:t>
          </a:r>
          <a:r>
            <a:rPr lang="en-US" sz="2500" b="1" kern="1200"/>
            <a:t>)</a:t>
          </a:r>
          <a:endParaRPr lang="en-US" sz="2500" kern="1200"/>
        </a:p>
      </dsp:txBody>
      <dsp:txXfrm>
        <a:off x="1653197" y="3578960"/>
        <a:ext cx="4491570" cy="14313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BC8DBB-2B41-4160-8B81-AF556DFC704C}">
      <dsp:nvSpPr>
        <dsp:cNvPr id="0" name=""/>
        <dsp:cNvSpPr/>
      </dsp:nvSpPr>
      <dsp:spPr>
        <a:xfrm>
          <a:off x="0" y="631320"/>
          <a:ext cx="5715000" cy="1033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52290A-33A9-4573-8AA2-11AF46CE54E9}">
      <dsp:nvSpPr>
        <dsp:cNvPr id="0" name=""/>
        <dsp:cNvSpPr/>
      </dsp:nvSpPr>
      <dsp:spPr>
        <a:xfrm>
          <a:off x="285750" y="26160"/>
          <a:ext cx="4000500" cy="12103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1209" tIns="0" rIns="151209" bIns="0" numCol="1" spcCol="1270" anchor="ctr" anchorCtr="0">
          <a:noAutofit/>
        </a:bodyPr>
        <a:lstStyle/>
        <a:p>
          <a:pPr marL="0" lvl="0" indent="0" algn="l" defTabSz="1822450">
            <a:lnSpc>
              <a:spcPct val="90000"/>
            </a:lnSpc>
            <a:spcBef>
              <a:spcPct val="0"/>
            </a:spcBef>
            <a:spcAft>
              <a:spcPct val="35000"/>
            </a:spcAft>
            <a:buNone/>
          </a:pPr>
          <a:r>
            <a:rPr lang="en-US" sz="4100" kern="1200"/>
            <a:t>Technical Readers </a:t>
          </a:r>
        </a:p>
      </dsp:txBody>
      <dsp:txXfrm>
        <a:off x="344833" y="85243"/>
        <a:ext cx="3882334" cy="1092154"/>
      </dsp:txXfrm>
    </dsp:sp>
    <dsp:sp modelId="{E10C072E-13C9-40F8-A834-C37A8BB4A6EB}">
      <dsp:nvSpPr>
        <dsp:cNvPr id="0" name=""/>
        <dsp:cNvSpPr/>
      </dsp:nvSpPr>
      <dsp:spPr>
        <a:xfrm>
          <a:off x="0" y="2491080"/>
          <a:ext cx="5715000" cy="1033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CE5EFB-CC5D-4B3E-A650-85FD82514ACF}">
      <dsp:nvSpPr>
        <dsp:cNvPr id="0" name=""/>
        <dsp:cNvSpPr/>
      </dsp:nvSpPr>
      <dsp:spPr>
        <a:xfrm>
          <a:off x="285750" y="1885920"/>
          <a:ext cx="4000500" cy="12103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1209" tIns="0" rIns="151209" bIns="0" numCol="1" spcCol="1270" anchor="ctr" anchorCtr="0">
          <a:noAutofit/>
        </a:bodyPr>
        <a:lstStyle/>
        <a:p>
          <a:pPr marL="0" lvl="0" indent="0" algn="l" defTabSz="1822450">
            <a:lnSpc>
              <a:spcPct val="90000"/>
            </a:lnSpc>
            <a:spcBef>
              <a:spcPct val="0"/>
            </a:spcBef>
            <a:spcAft>
              <a:spcPct val="35000"/>
            </a:spcAft>
            <a:buNone/>
          </a:pPr>
          <a:r>
            <a:rPr lang="en-US" sz="4100" kern="1200"/>
            <a:t>Managerial Readers </a:t>
          </a:r>
        </a:p>
      </dsp:txBody>
      <dsp:txXfrm>
        <a:off x="344833" y="1945003"/>
        <a:ext cx="3882334" cy="1092154"/>
      </dsp:txXfrm>
    </dsp:sp>
    <dsp:sp modelId="{BB566BFA-3AF9-44FF-9C2F-C07FA1E01669}">
      <dsp:nvSpPr>
        <dsp:cNvPr id="0" name=""/>
        <dsp:cNvSpPr/>
      </dsp:nvSpPr>
      <dsp:spPr>
        <a:xfrm>
          <a:off x="0" y="4350840"/>
          <a:ext cx="5715000" cy="1033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6D33AB-781A-4369-8DD7-FA43FBABADC6}">
      <dsp:nvSpPr>
        <dsp:cNvPr id="0" name=""/>
        <dsp:cNvSpPr/>
      </dsp:nvSpPr>
      <dsp:spPr>
        <a:xfrm>
          <a:off x="285750" y="3745680"/>
          <a:ext cx="4000500" cy="12103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1209" tIns="0" rIns="151209" bIns="0" numCol="1" spcCol="1270" anchor="ctr" anchorCtr="0">
          <a:noAutofit/>
        </a:bodyPr>
        <a:lstStyle/>
        <a:p>
          <a:pPr marL="0" lvl="0" indent="0" algn="l" defTabSz="1822450">
            <a:lnSpc>
              <a:spcPct val="90000"/>
            </a:lnSpc>
            <a:spcBef>
              <a:spcPct val="0"/>
            </a:spcBef>
            <a:spcAft>
              <a:spcPct val="35000"/>
            </a:spcAft>
            <a:buNone/>
          </a:pPr>
          <a:r>
            <a:rPr lang="en-US" sz="4100" kern="1200"/>
            <a:t>General Readers </a:t>
          </a:r>
        </a:p>
      </dsp:txBody>
      <dsp:txXfrm>
        <a:off x="344833" y="3804763"/>
        <a:ext cx="3882334" cy="10921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ED80A7-DF13-42C7-A9B0-95D2AA23A457}">
      <dsp:nvSpPr>
        <dsp:cNvPr id="0" name=""/>
        <dsp:cNvSpPr/>
      </dsp:nvSpPr>
      <dsp:spPr>
        <a:xfrm>
          <a:off x="299663" y="1096"/>
          <a:ext cx="1868978" cy="112138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Management/Executive </a:t>
          </a:r>
        </a:p>
      </dsp:txBody>
      <dsp:txXfrm>
        <a:off x="299663" y="1096"/>
        <a:ext cx="1868978" cy="1121387"/>
      </dsp:txXfrm>
    </dsp:sp>
    <dsp:sp modelId="{D5ECEDCA-1929-49B5-B34B-8820EE076F17}">
      <dsp:nvSpPr>
        <dsp:cNvPr id="0" name=""/>
        <dsp:cNvSpPr/>
      </dsp:nvSpPr>
      <dsp:spPr>
        <a:xfrm>
          <a:off x="2355539" y="1096"/>
          <a:ext cx="1868978" cy="112138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Stakeholders </a:t>
          </a:r>
        </a:p>
      </dsp:txBody>
      <dsp:txXfrm>
        <a:off x="2355539" y="1096"/>
        <a:ext cx="1868978" cy="1121387"/>
      </dsp:txXfrm>
    </dsp:sp>
    <dsp:sp modelId="{9021755D-3168-421B-8AAC-DB00D7C86BAB}">
      <dsp:nvSpPr>
        <dsp:cNvPr id="0" name=""/>
        <dsp:cNvSpPr/>
      </dsp:nvSpPr>
      <dsp:spPr>
        <a:xfrm>
          <a:off x="4411416" y="1096"/>
          <a:ext cx="1868978" cy="112138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Team members/project participants </a:t>
          </a:r>
        </a:p>
      </dsp:txBody>
      <dsp:txXfrm>
        <a:off x="4411416" y="1096"/>
        <a:ext cx="1868978" cy="1121387"/>
      </dsp:txXfrm>
    </dsp:sp>
    <dsp:sp modelId="{92E5ABE4-68F6-4F9C-9FBB-9BC16DCB82DF}">
      <dsp:nvSpPr>
        <dsp:cNvPr id="0" name=""/>
        <dsp:cNvSpPr/>
      </dsp:nvSpPr>
      <dsp:spPr>
        <a:xfrm>
          <a:off x="6467293" y="1096"/>
          <a:ext cx="1868978" cy="112138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Clients </a:t>
          </a:r>
        </a:p>
      </dsp:txBody>
      <dsp:txXfrm>
        <a:off x="6467293" y="1096"/>
        <a:ext cx="1868978" cy="1121387"/>
      </dsp:txXfrm>
    </dsp:sp>
    <dsp:sp modelId="{0D99BBFC-1426-4EA5-B2F5-52C33ED9AA47}">
      <dsp:nvSpPr>
        <dsp:cNvPr id="0" name=""/>
        <dsp:cNvSpPr/>
      </dsp:nvSpPr>
      <dsp:spPr>
        <a:xfrm>
          <a:off x="8523170" y="1096"/>
          <a:ext cx="1868978" cy="1121387"/>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Government officials /regulatory reports </a:t>
          </a:r>
        </a:p>
      </dsp:txBody>
      <dsp:txXfrm>
        <a:off x="8523170" y="1096"/>
        <a:ext cx="1868978" cy="1121387"/>
      </dsp:txXfrm>
    </dsp:sp>
    <dsp:sp modelId="{E48974FE-CE57-4581-B5B7-B0E7A7B0CABB}">
      <dsp:nvSpPr>
        <dsp:cNvPr id="0" name=""/>
        <dsp:cNvSpPr/>
      </dsp:nvSpPr>
      <dsp:spPr>
        <a:xfrm>
          <a:off x="299663" y="1309381"/>
          <a:ext cx="1868978" cy="112138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Researchers/Academics </a:t>
          </a:r>
        </a:p>
      </dsp:txBody>
      <dsp:txXfrm>
        <a:off x="299663" y="1309381"/>
        <a:ext cx="1868978" cy="1121387"/>
      </dsp:txXfrm>
    </dsp:sp>
    <dsp:sp modelId="{9B17C340-AEE2-47D4-A5AE-337887012CDD}">
      <dsp:nvSpPr>
        <dsp:cNvPr id="0" name=""/>
        <dsp:cNvSpPr/>
      </dsp:nvSpPr>
      <dsp:spPr>
        <a:xfrm>
          <a:off x="2355539" y="1309381"/>
          <a:ext cx="1868978" cy="112138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Employees or staff </a:t>
          </a:r>
        </a:p>
      </dsp:txBody>
      <dsp:txXfrm>
        <a:off x="2355539" y="1309381"/>
        <a:ext cx="1868978" cy="1121387"/>
      </dsp:txXfrm>
    </dsp:sp>
    <dsp:sp modelId="{441A1155-412A-460E-801A-C2C515BB10A4}">
      <dsp:nvSpPr>
        <dsp:cNvPr id="0" name=""/>
        <dsp:cNvSpPr/>
      </dsp:nvSpPr>
      <dsp:spPr>
        <a:xfrm>
          <a:off x="4411416" y="1309381"/>
          <a:ext cx="1868978" cy="112138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Suppliers/vendors </a:t>
          </a:r>
        </a:p>
      </dsp:txBody>
      <dsp:txXfrm>
        <a:off x="4411416" y="1309381"/>
        <a:ext cx="1868978" cy="1121387"/>
      </dsp:txXfrm>
    </dsp:sp>
    <dsp:sp modelId="{A6A1BDD9-ECED-4B0C-949B-0E7B423C9E52}">
      <dsp:nvSpPr>
        <dsp:cNvPr id="0" name=""/>
        <dsp:cNvSpPr/>
      </dsp:nvSpPr>
      <dsp:spPr>
        <a:xfrm>
          <a:off x="6467293" y="1309381"/>
          <a:ext cx="1868978" cy="112138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Policy makers </a:t>
          </a:r>
        </a:p>
      </dsp:txBody>
      <dsp:txXfrm>
        <a:off x="6467293" y="1309381"/>
        <a:ext cx="1868978" cy="1121387"/>
      </dsp:txXfrm>
    </dsp:sp>
    <dsp:sp modelId="{45D0F81F-D43B-42D9-9860-EB794AD69315}">
      <dsp:nvSpPr>
        <dsp:cNvPr id="0" name=""/>
        <dsp:cNvSpPr/>
      </dsp:nvSpPr>
      <dsp:spPr>
        <a:xfrm>
          <a:off x="8523170" y="1309381"/>
          <a:ext cx="1868978" cy="1121387"/>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Students' academics </a:t>
          </a:r>
        </a:p>
      </dsp:txBody>
      <dsp:txXfrm>
        <a:off x="8523170" y="1309381"/>
        <a:ext cx="1868978" cy="1121387"/>
      </dsp:txXfrm>
    </dsp:sp>
    <dsp:sp modelId="{A80D2DFC-FC87-4229-A4CA-B26456F7BAFE}">
      <dsp:nvSpPr>
        <dsp:cNvPr id="0" name=""/>
        <dsp:cNvSpPr/>
      </dsp:nvSpPr>
      <dsp:spPr>
        <a:xfrm>
          <a:off x="2355539" y="2617666"/>
          <a:ext cx="1868978" cy="112138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General public</a:t>
          </a:r>
        </a:p>
      </dsp:txBody>
      <dsp:txXfrm>
        <a:off x="2355539" y="2617666"/>
        <a:ext cx="1868978" cy="1121387"/>
      </dsp:txXfrm>
    </dsp:sp>
    <dsp:sp modelId="{98A72B13-63DE-4EFD-92E1-53A719C17E73}">
      <dsp:nvSpPr>
        <dsp:cNvPr id="0" name=""/>
        <dsp:cNvSpPr/>
      </dsp:nvSpPr>
      <dsp:spPr>
        <a:xfrm>
          <a:off x="4411416" y="2617666"/>
          <a:ext cx="1868978" cy="112138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Auditors </a:t>
          </a:r>
        </a:p>
      </dsp:txBody>
      <dsp:txXfrm>
        <a:off x="4411416" y="2617666"/>
        <a:ext cx="1868978" cy="1121387"/>
      </dsp:txXfrm>
    </dsp:sp>
    <dsp:sp modelId="{E183ED9D-5952-4676-A758-198E7CDCA768}">
      <dsp:nvSpPr>
        <dsp:cNvPr id="0" name=""/>
        <dsp:cNvSpPr/>
      </dsp:nvSpPr>
      <dsp:spPr>
        <a:xfrm>
          <a:off x="6467293" y="2617666"/>
          <a:ext cx="1868978" cy="112138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Supervisors/Directors </a:t>
          </a:r>
        </a:p>
      </dsp:txBody>
      <dsp:txXfrm>
        <a:off x="6467293" y="2617666"/>
        <a:ext cx="1868978" cy="11213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5F721C-242E-4E84-BED7-4BFDB35F74C3}">
      <dsp:nvSpPr>
        <dsp:cNvPr id="0" name=""/>
        <dsp:cNvSpPr/>
      </dsp:nvSpPr>
      <dsp:spPr>
        <a:xfrm>
          <a:off x="0" y="671"/>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108243-2148-4AAD-9F8E-1380833DDDB1}">
      <dsp:nvSpPr>
        <dsp:cNvPr id="0" name=""/>
        <dsp:cNvSpPr/>
      </dsp:nvSpPr>
      <dsp:spPr>
        <a:xfrm>
          <a:off x="475163" y="354098"/>
          <a:ext cx="863933" cy="863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366D41-3EEC-4B48-BD4A-0AD6C3892B35}">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977900">
            <a:lnSpc>
              <a:spcPct val="90000"/>
            </a:lnSpc>
            <a:spcBef>
              <a:spcPct val="0"/>
            </a:spcBef>
            <a:spcAft>
              <a:spcPct val="35000"/>
            </a:spcAft>
            <a:buNone/>
          </a:pPr>
          <a:r>
            <a:rPr lang="en-US" sz="2200" kern="1200"/>
            <a:t>Structured, detailed documents aimed at providing technical information, research findings, or analysis for a specific purpose</a:t>
          </a:r>
        </a:p>
      </dsp:txBody>
      <dsp:txXfrm>
        <a:off x="1814259" y="671"/>
        <a:ext cx="4357688" cy="1570787"/>
      </dsp:txXfrm>
    </dsp:sp>
    <dsp:sp modelId="{4D0F8C66-BDB9-4320-A6C3-F5A48B301897}">
      <dsp:nvSpPr>
        <dsp:cNvPr id="0" name=""/>
        <dsp:cNvSpPr/>
      </dsp:nvSpPr>
      <dsp:spPr>
        <a:xfrm>
          <a:off x="0" y="1964156"/>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80B45D-D7CF-492D-BB80-A05498099612}">
      <dsp:nvSpPr>
        <dsp:cNvPr id="0" name=""/>
        <dsp:cNvSpPr/>
      </dsp:nvSpPr>
      <dsp:spPr>
        <a:xfrm>
          <a:off x="475163" y="2317583"/>
          <a:ext cx="863933" cy="863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44586F-2F20-4B38-B13D-558672B64BA9}">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977900">
            <a:lnSpc>
              <a:spcPct val="90000"/>
            </a:lnSpc>
            <a:spcBef>
              <a:spcPct val="0"/>
            </a:spcBef>
            <a:spcAft>
              <a:spcPct val="35000"/>
            </a:spcAft>
            <a:buNone/>
          </a:pPr>
          <a:r>
            <a:rPr lang="en-US" sz="2200" kern="1200" dirty="0"/>
            <a:t>Effective use of graphs, visuals figures, jargon and terminology  </a:t>
          </a:r>
        </a:p>
      </dsp:txBody>
      <dsp:txXfrm>
        <a:off x="1814259" y="1964156"/>
        <a:ext cx="4357688" cy="1570787"/>
      </dsp:txXfrm>
    </dsp:sp>
    <dsp:sp modelId="{D4F1DFEA-17FA-40C3-83E6-4B7EC3E266FC}">
      <dsp:nvSpPr>
        <dsp:cNvPr id="0" name=""/>
        <dsp:cNvSpPr/>
      </dsp:nvSpPr>
      <dsp:spPr>
        <a:xfrm>
          <a:off x="0" y="3927640"/>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E45522-4F18-4069-804E-B4FFE4A18AA5}">
      <dsp:nvSpPr>
        <dsp:cNvPr id="0" name=""/>
        <dsp:cNvSpPr/>
      </dsp:nvSpPr>
      <dsp:spPr>
        <a:xfrm>
          <a:off x="475163" y="4281068"/>
          <a:ext cx="863933" cy="863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CBCFE5-5BAB-407C-BF6D-8A04F04B02C6}">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977900">
            <a:lnSpc>
              <a:spcPct val="90000"/>
            </a:lnSpc>
            <a:spcBef>
              <a:spcPct val="0"/>
            </a:spcBef>
            <a:spcAft>
              <a:spcPct val="35000"/>
            </a:spcAft>
            <a:buNone/>
          </a:pPr>
          <a:r>
            <a:rPr lang="en-US" sz="2200" kern="1200"/>
            <a:t>Logical structure </a:t>
          </a:r>
        </a:p>
      </dsp:txBody>
      <dsp:txXfrm>
        <a:off x="1814259" y="3927640"/>
        <a:ext cx="4357688" cy="15707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32E028-7AB2-407B-AF12-3AFF931BE3D0}" type="datetimeFigureOut">
              <a:rPr lang="en-PK" smtClean="0"/>
              <a:t>23/02/2025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B56C1-0D44-4E49-A550-E36476F5A72B}" type="slidenum">
              <a:rPr lang="en-PK" smtClean="0"/>
              <a:t>‹#›</a:t>
            </a:fld>
            <a:endParaRPr lang="en-PK"/>
          </a:p>
        </p:txBody>
      </p:sp>
    </p:spTree>
    <p:extLst>
      <p:ext uri="{BB962C8B-B14F-4D97-AF65-F5344CB8AC3E}">
        <p14:creationId xmlns:p14="http://schemas.microsoft.com/office/powerpoint/2010/main" val="1427425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76B56C1-0D44-4E49-A550-E36476F5A72B}" type="slidenum">
              <a:rPr lang="en-PK" smtClean="0"/>
              <a:t>6</a:t>
            </a:fld>
            <a:endParaRPr lang="en-PK"/>
          </a:p>
        </p:txBody>
      </p:sp>
    </p:spTree>
    <p:extLst>
      <p:ext uri="{BB962C8B-B14F-4D97-AF65-F5344CB8AC3E}">
        <p14:creationId xmlns:p14="http://schemas.microsoft.com/office/powerpoint/2010/main" val="1572694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76B56C1-0D44-4E49-A550-E36476F5A72B}" type="slidenum">
              <a:rPr lang="en-PK" smtClean="0"/>
              <a:t>8</a:t>
            </a:fld>
            <a:endParaRPr lang="en-PK"/>
          </a:p>
        </p:txBody>
      </p:sp>
    </p:spTree>
    <p:extLst>
      <p:ext uri="{BB962C8B-B14F-4D97-AF65-F5344CB8AC3E}">
        <p14:creationId xmlns:p14="http://schemas.microsoft.com/office/powerpoint/2010/main" val="2213501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2/23/2025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40323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2/23/2025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73025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2/23/2025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08386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2/23/2025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31918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2/23/2025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37451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2/23/2025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9727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2/23/2025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88256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2/23/2025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18334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2/23/2025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83740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2/23/2025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84743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2/23/2025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58396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2/23/2025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202267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een triangle pattern on a black background&#10;&#10;AI-generated content may be incorrect.">
            <a:extLst>
              <a:ext uri="{FF2B5EF4-FFF2-40B4-BE49-F238E27FC236}">
                <a16:creationId xmlns:a16="http://schemas.microsoft.com/office/drawing/2014/main" id="{FEBA33DB-42AF-3C64-29BC-754C5EAA0C06}"/>
              </a:ext>
            </a:extLst>
          </p:cNvPr>
          <p:cNvPicPr>
            <a:picLocks noChangeAspect="1"/>
          </p:cNvPicPr>
          <p:nvPr/>
        </p:nvPicPr>
        <p:blipFill>
          <a:blip r:embed="rId2"/>
          <a:srcRect t="10108" b="5622"/>
          <a:stretch/>
        </p:blipFill>
        <p:spPr>
          <a:xfrm>
            <a:off x="1" y="10"/>
            <a:ext cx="12192000" cy="6857989"/>
          </a:xfrm>
          <a:prstGeom prst="rect">
            <a:avLst/>
          </a:prstGeom>
        </p:spPr>
      </p:pic>
      <p:sp>
        <p:nvSpPr>
          <p:cNvPr id="11" name="Rectangle 10">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BB10D-EE53-E579-C761-A229FAFF9434}"/>
              </a:ext>
            </a:extLst>
          </p:cNvPr>
          <p:cNvSpPr>
            <a:spLocks noGrp="1"/>
          </p:cNvSpPr>
          <p:nvPr>
            <p:ph type="ctrTitle"/>
          </p:nvPr>
        </p:nvSpPr>
        <p:spPr>
          <a:xfrm>
            <a:off x="1833541" y="990599"/>
            <a:ext cx="5619054" cy="4849091"/>
          </a:xfrm>
        </p:spPr>
        <p:txBody>
          <a:bodyPr anchor="ctr">
            <a:normAutofit/>
          </a:bodyPr>
          <a:lstStyle/>
          <a:p>
            <a:pPr algn="r"/>
            <a:r>
              <a:rPr lang="en-US" sz="6600" dirty="0">
                <a:solidFill>
                  <a:srgbClr val="FFFFFF"/>
                </a:solidFill>
                <a:latin typeface="Times New Roman" panose="02020603050405020304" pitchFamily="18" charset="0"/>
                <a:cs typeface="Times New Roman" panose="02020603050405020304" pitchFamily="18" charset="0"/>
              </a:rPr>
              <a:t>HUM120</a:t>
            </a:r>
            <a:br>
              <a:rPr lang="en-US" sz="6600" dirty="0">
                <a:solidFill>
                  <a:srgbClr val="FFFFFF"/>
                </a:solidFill>
                <a:latin typeface="Times New Roman" panose="02020603050405020304" pitchFamily="18" charset="0"/>
                <a:cs typeface="Times New Roman" panose="02020603050405020304" pitchFamily="18" charset="0"/>
              </a:rPr>
            </a:br>
            <a:r>
              <a:rPr lang="en-US" sz="6600" dirty="0">
                <a:solidFill>
                  <a:srgbClr val="FFFFFF"/>
                </a:solidFill>
                <a:latin typeface="Times New Roman" panose="02020603050405020304" pitchFamily="18" charset="0"/>
                <a:cs typeface="Times New Roman" panose="02020603050405020304" pitchFamily="18" charset="0"/>
              </a:rPr>
              <a:t>Expository Writing </a:t>
            </a:r>
            <a:endParaRPr lang="en-PK" sz="6600" dirty="0">
              <a:solidFill>
                <a:srgbClr val="FFFFFF"/>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5AABBFE-483A-CB49-AFAF-367FC38C6386}"/>
              </a:ext>
            </a:extLst>
          </p:cNvPr>
          <p:cNvSpPr>
            <a:spLocks noGrp="1"/>
          </p:cNvSpPr>
          <p:nvPr>
            <p:ph type="subTitle" idx="1"/>
          </p:nvPr>
        </p:nvSpPr>
        <p:spPr>
          <a:xfrm>
            <a:off x="8712865" y="1447799"/>
            <a:ext cx="2368905" cy="4076699"/>
          </a:xfrm>
        </p:spPr>
        <p:txBody>
          <a:bodyPr anchor="ctr">
            <a:normAutofit/>
          </a:bodyPr>
          <a:lstStyle/>
          <a:p>
            <a:r>
              <a:rPr lang="en-US" sz="2400" dirty="0">
                <a:solidFill>
                  <a:srgbClr val="FFFFFF"/>
                </a:solidFill>
                <a:latin typeface="Times New Roman" panose="02020603050405020304" pitchFamily="18" charset="0"/>
                <a:cs typeface="Times New Roman" panose="02020603050405020304" pitchFamily="18" charset="0"/>
              </a:rPr>
              <a:t>Report Writing </a:t>
            </a:r>
            <a:endParaRPr lang="en-PK" sz="2400" dirty="0">
              <a:solidFill>
                <a:srgbClr val="FFFFFF"/>
              </a:solidFill>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77371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rendering of game pieces tied together with a rope">
            <a:extLst>
              <a:ext uri="{FF2B5EF4-FFF2-40B4-BE49-F238E27FC236}">
                <a16:creationId xmlns:a16="http://schemas.microsoft.com/office/drawing/2014/main" id="{9CB717EF-B241-5A06-8158-37341182684A}"/>
              </a:ext>
            </a:extLst>
          </p:cNvPr>
          <p:cNvPicPr>
            <a:picLocks noChangeAspect="1"/>
          </p:cNvPicPr>
          <p:nvPr/>
        </p:nvPicPr>
        <p:blipFill>
          <a:blip r:embed="rId2"/>
          <a:srcRect r="10116" b="-3"/>
          <a:stretch/>
        </p:blipFill>
        <p:spPr>
          <a:xfrm>
            <a:off x="4981575" y="735286"/>
            <a:ext cx="6495042" cy="5419642"/>
          </a:xfrm>
          <a:prstGeom prst="rect">
            <a:avLst/>
          </a:prstGeom>
        </p:spPr>
      </p:pic>
      <p:sp>
        <p:nvSpPr>
          <p:cNvPr id="3" name="Content Placeholder 2">
            <a:extLst>
              <a:ext uri="{FF2B5EF4-FFF2-40B4-BE49-F238E27FC236}">
                <a16:creationId xmlns:a16="http://schemas.microsoft.com/office/drawing/2014/main" id="{5858FFE1-DFB9-DACA-0054-304919193E9B}"/>
              </a:ext>
            </a:extLst>
          </p:cNvPr>
          <p:cNvSpPr>
            <a:spLocks noGrp="1"/>
          </p:cNvSpPr>
          <p:nvPr>
            <p:ph idx="1"/>
          </p:nvPr>
        </p:nvSpPr>
        <p:spPr>
          <a:xfrm>
            <a:off x="704088" y="899652"/>
            <a:ext cx="3799763" cy="4999701"/>
          </a:xfrm>
        </p:spPr>
        <p:txBody>
          <a:bodyPr>
            <a:noAutofit/>
          </a:bodyPr>
          <a:lstStyle/>
          <a:p>
            <a:pPr marL="0" indent="0">
              <a:buNone/>
            </a:pPr>
            <a:r>
              <a:rPr lang="en-US" sz="3600" dirty="0">
                <a:latin typeface="Times New Roman" panose="02020603050405020304" pitchFamily="18" charset="0"/>
                <a:cs typeface="Times New Roman" panose="02020603050405020304" pitchFamily="18" charset="0"/>
              </a:rPr>
              <a:t>Understanding the target audience is crucial as it determines the report's tone, complexity, structure, and level of detail.</a:t>
            </a:r>
            <a:endParaRPr lang="en-PK" sz="3600" dirty="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9004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2A752E-004F-7D5F-DE08-12C96798DC8B}"/>
              </a:ext>
            </a:extLst>
          </p:cNvPr>
          <p:cNvSpPr>
            <a:spLocks noGrp="1"/>
          </p:cNvSpPr>
          <p:nvPr>
            <p:ph type="title"/>
          </p:nvPr>
        </p:nvSpPr>
        <p:spPr>
          <a:xfrm>
            <a:off x="704088" y="914400"/>
            <a:ext cx="4041648" cy="1928741"/>
          </a:xfrm>
        </p:spPr>
        <p:txBody>
          <a:bodyPr>
            <a:normAutofit/>
          </a:bodyPr>
          <a:lstStyle/>
          <a:p>
            <a:r>
              <a:rPr lang="en-US" dirty="0"/>
              <a:t>Readers of a Report </a:t>
            </a:r>
            <a:endParaRPr lang="en-PK" dirty="0"/>
          </a:p>
        </p:txBody>
      </p:sp>
      <p:graphicFrame>
        <p:nvGraphicFramePr>
          <p:cNvPr id="27" name="Content Placeholder 2">
            <a:extLst>
              <a:ext uri="{FF2B5EF4-FFF2-40B4-BE49-F238E27FC236}">
                <a16:creationId xmlns:a16="http://schemas.microsoft.com/office/drawing/2014/main" id="{2B47B447-9F51-5891-EA5A-EEF2DD0F3031}"/>
              </a:ext>
            </a:extLst>
          </p:cNvPr>
          <p:cNvGraphicFramePr>
            <a:graphicFrameLocks noGrp="1"/>
          </p:cNvGraphicFramePr>
          <p:nvPr>
            <p:ph idx="1"/>
          </p:nvPr>
        </p:nvGraphicFramePr>
        <p:xfrm>
          <a:off x="5330952" y="968377"/>
          <a:ext cx="6144768"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9" name="Straight Connector 18">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c 6" descr="Board Room">
            <a:extLst>
              <a:ext uri="{FF2B5EF4-FFF2-40B4-BE49-F238E27FC236}">
                <a16:creationId xmlns:a16="http://schemas.microsoft.com/office/drawing/2014/main" id="{3A09C119-8C33-6B51-5E42-392418E7329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1111" y="3046576"/>
            <a:ext cx="2969276" cy="2969276"/>
          </a:xfrm>
          <a:prstGeom prst="rect">
            <a:avLst/>
          </a:prstGeom>
        </p:spPr>
      </p:pic>
      <p:cxnSp>
        <p:nvCxnSpPr>
          <p:cNvPr id="25" name="Straight Connector 24">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620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85184E4-C93A-4E34-8365-1886AAC5D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AB0D40B-37F7-4F1F-B956-AFC12066AB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68972" y="723901"/>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0BB722F-A9AB-21DD-E071-7BE93BECCA40}"/>
              </a:ext>
            </a:extLst>
          </p:cNvPr>
          <p:cNvSpPr>
            <a:spLocks noGrp="1"/>
          </p:cNvSpPr>
          <p:nvPr>
            <p:ph type="title"/>
          </p:nvPr>
        </p:nvSpPr>
        <p:spPr>
          <a:xfrm>
            <a:off x="704088" y="554762"/>
            <a:ext cx="3623818" cy="4559890"/>
          </a:xfrm>
        </p:spPr>
        <p:txBody>
          <a:bodyPr>
            <a:normAutofit/>
          </a:bodyPr>
          <a:lstStyle/>
          <a:p>
            <a:r>
              <a:rPr lang="en-US" dirty="0">
                <a:latin typeface="Times New Roman" panose="02020603050405020304" pitchFamily="18" charset="0"/>
                <a:cs typeface="Times New Roman" panose="02020603050405020304" pitchFamily="18" charset="0"/>
              </a:rPr>
              <a:t>Categories of readers </a:t>
            </a:r>
            <a:endParaRPr lang="en-PK" dirty="0">
              <a:latin typeface="Times New Roman" panose="02020603050405020304" pitchFamily="18" charset="0"/>
              <a:cs typeface="Times New Roman" panose="02020603050405020304" pitchFamily="18" charset="0"/>
            </a:endParaRPr>
          </a:p>
        </p:txBody>
      </p:sp>
      <p:graphicFrame>
        <p:nvGraphicFramePr>
          <p:cNvPr id="21" name="Content Placeholder 6">
            <a:extLst>
              <a:ext uri="{FF2B5EF4-FFF2-40B4-BE49-F238E27FC236}">
                <a16:creationId xmlns:a16="http://schemas.microsoft.com/office/drawing/2014/main" id="{0DAF4503-01FB-6984-6DE6-F55CD07FECD6}"/>
              </a:ext>
            </a:extLst>
          </p:cNvPr>
          <p:cNvGraphicFramePr>
            <a:graphicFrameLocks noGrp="1"/>
          </p:cNvGraphicFramePr>
          <p:nvPr>
            <p:ph idx="1"/>
            <p:extLst>
              <p:ext uri="{D42A27DB-BD31-4B8C-83A1-F6EECF244321}">
                <p14:modId xmlns:p14="http://schemas.microsoft.com/office/powerpoint/2010/main" val="3249070363"/>
              </p:ext>
            </p:extLst>
          </p:nvPr>
        </p:nvGraphicFramePr>
        <p:xfrm>
          <a:off x="5715000" y="723900"/>
          <a:ext cx="5715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0339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732B083-26FF-51DC-6914-0F34FA97F0D3}"/>
              </a:ext>
            </a:extLst>
          </p:cNvPr>
          <p:cNvSpPr>
            <a:spLocks noGrp="1"/>
          </p:cNvSpPr>
          <p:nvPr>
            <p:ph type="title"/>
          </p:nvPr>
        </p:nvSpPr>
        <p:spPr>
          <a:xfrm>
            <a:off x="700087" y="909638"/>
            <a:ext cx="10691813" cy="1155618"/>
          </a:xfrm>
        </p:spPr>
        <p:txBody>
          <a:bodyPr>
            <a:normAutofit/>
          </a:bodyPr>
          <a:lstStyle/>
          <a:p>
            <a:r>
              <a:rPr lang="en-US" dirty="0"/>
              <a:t>Audience of a report </a:t>
            </a:r>
            <a:endParaRPr lang="en-PK" dirty="0"/>
          </a:p>
        </p:txBody>
      </p:sp>
      <p:graphicFrame>
        <p:nvGraphicFramePr>
          <p:cNvPr id="5" name="Content Placeholder 2">
            <a:extLst>
              <a:ext uri="{FF2B5EF4-FFF2-40B4-BE49-F238E27FC236}">
                <a16:creationId xmlns:a16="http://schemas.microsoft.com/office/drawing/2014/main" id="{5ADD2827-ABF5-A7A8-1CC0-47C933F74F49}"/>
              </a:ext>
            </a:extLst>
          </p:cNvPr>
          <p:cNvGraphicFramePr>
            <a:graphicFrameLocks noGrp="1"/>
          </p:cNvGraphicFramePr>
          <p:nvPr>
            <p:ph idx="1"/>
            <p:extLst>
              <p:ext uri="{D42A27DB-BD31-4B8C-83A1-F6EECF244321}">
                <p14:modId xmlns:p14="http://schemas.microsoft.com/office/powerpoint/2010/main" val="1722902422"/>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718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88FAF66-9DEE-DCD7-2FF4-C90FFB09C66E}"/>
              </a:ext>
            </a:extLst>
          </p:cNvPr>
          <p:cNvSpPr>
            <a:spLocks noGrp="1"/>
          </p:cNvSpPr>
          <p:nvPr>
            <p:ph type="title"/>
          </p:nvPr>
        </p:nvSpPr>
        <p:spPr>
          <a:xfrm>
            <a:off x="704088" y="914400"/>
            <a:ext cx="3914776" cy="3977269"/>
          </a:xfrm>
        </p:spPr>
        <p:txBody>
          <a:bodyPr>
            <a:normAutofit/>
          </a:bodyPr>
          <a:lstStyle/>
          <a:p>
            <a:r>
              <a:rPr lang="en-US" dirty="0"/>
              <a:t>How to address technical audience </a:t>
            </a:r>
            <a:endParaRPr lang="en-PK" dirty="0"/>
          </a:p>
        </p:txBody>
      </p:sp>
      <p:graphicFrame>
        <p:nvGraphicFramePr>
          <p:cNvPr id="5" name="Content Placeholder 2">
            <a:extLst>
              <a:ext uri="{FF2B5EF4-FFF2-40B4-BE49-F238E27FC236}">
                <a16:creationId xmlns:a16="http://schemas.microsoft.com/office/drawing/2014/main" id="{33A1E72D-808F-61A4-A381-5F0663E68F8D}"/>
              </a:ext>
            </a:extLst>
          </p:cNvPr>
          <p:cNvGraphicFramePr>
            <a:graphicFrameLocks noGrp="1"/>
          </p:cNvGraphicFramePr>
          <p:nvPr>
            <p:ph idx="1"/>
            <p:extLst>
              <p:ext uri="{D42A27DB-BD31-4B8C-83A1-F6EECF244321}">
                <p14:modId xmlns:p14="http://schemas.microsoft.com/office/powerpoint/2010/main" val="3744152515"/>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817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BB9F82-865D-F837-C7AF-4CCC534B99C3}"/>
              </a:ext>
            </a:extLst>
          </p:cNvPr>
          <p:cNvSpPr>
            <a:spLocks noGrp="1"/>
          </p:cNvSpPr>
          <p:nvPr>
            <p:ph type="title"/>
          </p:nvPr>
        </p:nvSpPr>
        <p:spPr>
          <a:xfrm>
            <a:off x="704088" y="914400"/>
            <a:ext cx="10780776" cy="1180210"/>
          </a:xfrm>
        </p:spPr>
        <p:txBody>
          <a:bodyPr>
            <a:normAutofit/>
          </a:bodyPr>
          <a:lstStyle/>
          <a:p>
            <a:r>
              <a:rPr lang="en-US" dirty="0"/>
              <a:t>Abstract of a technical report </a:t>
            </a:r>
            <a:endParaRPr lang="en-PK" dirty="0"/>
          </a:p>
        </p:txBody>
      </p:sp>
      <p:sp>
        <p:nvSpPr>
          <p:cNvPr id="3" name="Content Placeholder 2">
            <a:extLst>
              <a:ext uri="{FF2B5EF4-FFF2-40B4-BE49-F238E27FC236}">
                <a16:creationId xmlns:a16="http://schemas.microsoft.com/office/drawing/2014/main" id="{4B57F796-9857-EF31-2FBF-32AF0D1BA47A}"/>
              </a:ext>
            </a:extLst>
          </p:cNvPr>
          <p:cNvSpPr>
            <a:spLocks noGrp="1"/>
          </p:cNvSpPr>
          <p:nvPr>
            <p:ph idx="1"/>
          </p:nvPr>
        </p:nvSpPr>
        <p:spPr>
          <a:xfrm>
            <a:off x="6664960" y="2346960"/>
            <a:ext cx="4819903" cy="3775456"/>
          </a:xfrm>
        </p:spPr>
        <p:txBody>
          <a:bodyPr>
            <a:noAutofit/>
          </a:bodyPr>
          <a:lstStyle/>
          <a:p>
            <a:r>
              <a:rPr lang="en-US" sz="4000" dirty="0">
                <a:latin typeface="Times New Roman" panose="02020603050405020304" pitchFamily="18" charset="0"/>
                <a:cs typeface="Times New Roman" panose="02020603050405020304" pitchFamily="18" charset="0"/>
              </a:rPr>
              <a:t>No abbreviation </a:t>
            </a:r>
          </a:p>
          <a:p>
            <a:r>
              <a:rPr lang="en-US" sz="4000" dirty="0">
                <a:latin typeface="Times New Roman" panose="02020603050405020304" pitchFamily="18" charset="0"/>
                <a:cs typeface="Times New Roman" panose="02020603050405020304" pitchFamily="18" charset="0"/>
              </a:rPr>
              <a:t>Qualitative </a:t>
            </a:r>
          </a:p>
          <a:p>
            <a:r>
              <a:rPr lang="en-US" sz="4000" dirty="0">
                <a:latin typeface="Times New Roman" panose="02020603050405020304" pitchFamily="18" charset="0"/>
                <a:cs typeface="Times New Roman" panose="02020603050405020304" pitchFamily="18" charset="0"/>
              </a:rPr>
              <a:t>Purpose </a:t>
            </a:r>
          </a:p>
          <a:p>
            <a:r>
              <a:rPr lang="en-US" sz="4000" dirty="0">
                <a:latin typeface="Times New Roman" panose="02020603050405020304" pitchFamily="18" charset="0"/>
                <a:cs typeface="Times New Roman" panose="02020603050405020304" pitchFamily="18" charset="0"/>
              </a:rPr>
              <a:t>Outcome </a:t>
            </a:r>
          </a:p>
          <a:p>
            <a:r>
              <a:rPr lang="en-US" sz="4000" dirty="0">
                <a:latin typeface="Times New Roman" panose="02020603050405020304" pitchFamily="18" charset="0"/>
                <a:cs typeface="Times New Roman" panose="02020603050405020304" pitchFamily="18" charset="0"/>
              </a:rPr>
              <a:t>Results </a:t>
            </a:r>
            <a:endParaRPr lang="en-PK" sz="4000" dirty="0">
              <a:latin typeface="Times New Roman" panose="020206030504050203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c 6" descr="Bar chart">
            <a:extLst>
              <a:ext uri="{FF2B5EF4-FFF2-40B4-BE49-F238E27FC236}">
                <a16:creationId xmlns:a16="http://schemas.microsoft.com/office/drawing/2014/main" id="{30FD2C10-EF28-08D5-EC45-E640B82DA8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36838" y="2286633"/>
            <a:ext cx="3876421" cy="3876421"/>
          </a:xfrm>
          <a:prstGeom prst="rect">
            <a:avLst/>
          </a:prstGeom>
        </p:spPr>
      </p:pic>
    </p:spTree>
    <p:extLst>
      <p:ext uri="{BB962C8B-B14F-4D97-AF65-F5344CB8AC3E}">
        <p14:creationId xmlns:p14="http://schemas.microsoft.com/office/powerpoint/2010/main" val="1301681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CD4C2A-C9E0-E67F-FC68-E0B7A0A8F945}"/>
              </a:ext>
            </a:extLst>
          </p:cNvPr>
          <p:cNvSpPr>
            <a:spLocks noGrp="1"/>
          </p:cNvSpPr>
          <p:nvPr>
            <p:ph type="title"/>
          </p:nvPr>
        </p:nvSpPr>
        <p:spPr>
          <a:xfrm>
            <a:off x="704088" y="914400"/>
            <a:ext cx="10780776" cy="1180210"/>
          </a:xfrm>
        </p:spPr>
        <p:txBody>
          <a:bodyPr>
            <a:normAutofit/>
          </a:bodyPr>
          <a:lstStyle/>
          <a:p>
            <a:r>
              <a:rPr lang="en-US">
                <a:latin typeface="Times New Roman" panose="02020603050405020304" pitchFamily="18" charset="0"/>
                <a:cs typeface="Times New Roman" panose="02020603050405020304" pitchFamily="18" charset="0"/>
              </a:rPr>
              <a:t>Introduction </a:t>
            </a:r>
            <a:endParaRPr lang="en-PK">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FD8E7F02-D564-44FD-60BD-DCCF473AAD1E}"/>
              </a:ext>
            </a:extLst>
          </p:cNvPr>
          <p:cNvSpPr>
            <a:spLocks noGrp="1"/>
          </p:cNvSpPr>
          <p:nvPr>
            <p:ph idx="1"/>
          </p:nvPr>
        </p:nvSpPr>
        <p:spPr>
          <a:xfrm>
            <a:off x="6096000" y="1603948"/>
            <a:ext cx="5388863" cy="4518468"/>
          </a:xfrm>
        </p:spPr>
        <p:txBody>
          <a:bodyPr>
            <a:normAutofit fontScale="85000" lnSpcReduction="10000"/>
          </a:bodyPr>
          <a:lstStyle/>
          <a:p>
            <a:r>
              <a:rPr lang="en-US" sz="4300" dirty="0">
                <a:latin typeface="Times New Roman" panose="02020603050405020304" pitchFamily="18" charset="0"/>
                <a:cs typeface="Times New Roman" panose="02020603050405020304" pitchFamily="18" charset="0"/>
              </a:rPr>
              <a:t>Background Information </a:t>
            </a:r>
          </a:p>
          <a:p>
            <a:r>
              <a:rPr lang="en-US" sz="4300" dirty="0">
                <a:latin typeface="Times New Roman" panose="02020603050405020304" pitchFamily="18" charset="0"/>
                <a:cs typeface="Times New Roman" panose="02020603050405020304" pitchFamily="18" charset="0"/>
              </a:rPr>
              <a:t>Purpose or Objective </a:t>
            </a:r>
          </a:p>
          <a:p>
            <a:r>
              <a:rPr lang="en-US" sz="4300" dirty="0">
                <a:latin typeface="Times New Roman" panose="02020603050405020304" pitchFamily="18" charset="0"/>
                <a:cs typeface="Times New Roman" panose="02020603050405020304" pitchFamily="18" charset="0"/>
              </a:rPr>
              <a:t>Scope </a:t>
            </a:r>
          </a:p>
          <a:p>
            <a:r>
              <a:rPr lang="en-US" sz="4300" dirty="0">
                <a:latin typeface="Times New Roman" panose="02020603050405020304" pitchFamily="18" charset="0"/>
                <a:cs typeface="Times New Roman" panose="02020603050405020304" pitchFamily="18" charset="0"/>
              </a:rPr>
              <a:t>Problem Statement </a:t>
            </a:r>
          </a:p>
          <a:p>
            <a:r>
              <a:rPr lang="en-US" sz="4300" dirty="0">
                <a:latin typeface="Times New Roman" panose="02020603050405020304" pitchFamily="18" charset="0"/>
                <a:cs typeface="Times New Roman" panose="02020603050405020304" pitchFamily="18" charset="0"/>
              </a:rPr>
              <a:t>Method Overview </a:t>
            </a:r>
          </a:p>
          <a:p>
            <a:r>
              <a:rPr lang="en-US" sz="4300" dirty="0">
                <a:latin typeface="Times New Roman" panose="02020603050405020304" pitchFamily="18" charset="0"/>
                <a:cs typeface="Times New Roman" panose="02020603050405020304" pitchFamily="18" charset="0"/>
              </a:rPr>
              <a:t>Structure of the Report</a:t>
            </a:r>
          </a:p>
          <a:p>
            <a:pPr marL="0" indent="0">
              <a:buNone/>
            </a:pPr>
            <a:endParaRPr lang="en-US" dirty="0"/>
          </a:p>
        </p:txBody>
      </p:sp>
      <p:cxnSp>
        <p:nvCxnSpPr>
          <p:cNvPr id="12" name="Straight Connector 1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c 6" descr="Gavel">
            <a:extLst>
              <a:ext uri="{FF2B5EF4-FFF2-40B4-BE49-F238E27FC236}">
                <a16:creationId xmlns:a16="http://schemas.microsoft.com/office/drawing/2014/main" id="{0FD16385-B595-036E-75E2-934614A0BE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6838" y="2286633"/>
            <a:ext cx="3876421" cy="3876421"/>
          </a:xfrm>
          <a:prstGeom prst="rect">
            <a:avLst/>
          </a:prstGeom>
        </p:spPr>
      </p:pic>
    </p:spTree>
    <p:extLst>
      <p:ext uri="{BB962C8B-B14F-4D97-AF65-F5344CB8AC3E}">
        <p14:creationId xmlns:p14="http://schemas.microsoft.com/office/powerpoint/2010/main" val="3403020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Natural gas fired electrical power plant">
            <a:extLst>
              <a:ext uri="{FF2B5EF4-FFF2-40B4-BE49-F238E27FC236}">
                <a16:creationId xmlns:a16="http://schemas.microsoft.com/office/drawing/2014/main" id="{1276DB65-7BFF-7455-BB03-C7FFE52ED542}"/>
              </a:ext>
            </a:extLst>
          </p:cNvPr>
          <p:cNvPicPr>
            <a:picLocks noChangeAspect="1"/>
          </p:cNvPicPr>
          <p:nvPr/>
        </p:nvPicPr>
        <p:blipFill>
          <a:blip r:embed="rId2"/>
          <a:srcRect l="16329" r="38814" b="-1"/>
          <a:stretch/>
        </p:blipFill>
        <p:spPr>
          <a:xfrm>
            <a:off x="7583424" y="10"/>
            <a:ext cx="4608576" cy="6857990"/>
          </a:xfrm>
          <a:prstGeom prst="rect">
            <a:avLst/>
          </a:prstGeom>
        </p:spPr>
      </p:pic>
      <p:sp>
        <p:nvSpPr>
          <p:cNvPr id="2" name="Title 1">
            <a:extLst>
              <a:ext uri="{FF2B5EF4-FFF2-40B4-BE49-F238E27FC236}">
                <a16:creationId xmlns:a16="http://schemas.microsoft.com/office/drawing/2014/main" id="{D242FD29-A7FA-C2D4-1F32-D792B94F0A41}"/>
              </a:ext>
            </a:extLst>
          </p:cNvPr>
          <p:cNvSpPr>
            <a:spLocks noGrp="1"/>
          </p:cNvSpPr>
          <p:nvPr>
            <p:ph type="title"/>
          </p:nvPr>
        </p:nvSpPr>
        <p:spPr>
          <a:xfrm>
            <a:off x="704088" y="914400"/>
            <a:ext cx="6239599" cy="1307592"/>
          </a:xfrm>
        </p:spPr>
        <p:txBody>
          <a:bodyPr>
            <a:normAutofit/>
          </a:bodyPr>
          <a:lstStyle/>
          <a:p>
            <a:r>
              <a:rPr lang="en-US" dirty="0"/>
              <a:t>Example #1</a:t>
            </a:r>
            <a:endParaRPr lang="en-PK" dirty="0"/>
          </a:p>
        </p:txBody>
      </p:sp>
      <p:sp>
        <p:nvSpPr>
          <p:cNvPr id="3" name="Content Placeholder 2">
            <a:extLst>
              <a:ext uri="{FF2B5EF4-FFF2-40B4-BE49-F238E27FC236}">
                <a16:creationId xmlns:a16="http://schemas.microsoft.com/office/drawing/2014/main" id="{E5506A1C-0C40-D1C6-8FFE-9DB309192E3D}"/>
              </a:ext>
            </a:extLst>
          </p:cNvPr>
          <p:cNvSpPr>
            <a:spLocks noGrp="1"/>
          </p:cNvSpPr>
          <p:nvPr>
            <p:ph idx="1"/>
          </p:nvPr>
        </p:nvSpPr>
        <p:spPr>
          <a:xfrm>
            <a:off x="171450" y="1636777"/>
            <a:ext cx="7143750" cy="4078223"/>
          </a:xfrm>
        </p:spPr>
        <p:txBody>
          <a:bodyPr>
            <a:noAutofit/>
          </a:bodyPr>
          <a:lstStyle/>
          <a:p>
            <a:pPr algn="just">
              <a:lnSpc>
                <a:spcPct val="100000"/>
              </a:lnSpc>
            </a:pPr>
            <a:r>
              <a:rPr lang="en-US" b="1" dirty="0">
                <a:latin typeface="Times New Roman" panose="02020603050405020304" pitchFamily="18" charset="0"/>
                <a:cs typeface="Times New Roman" panose="02020603050405020304" pitchFamily="18" charset="0"/>
              </a:rPr>
              <a:t>Introduction</a:t>
            </a:r>
            <a:br>
              <a:rPr lang="en-US" dirty="0">
                <a:latin typeface="Times New Roman" panose="02020603050405020304" pitchFamily="18" charset="0"/>
                <a:cs typeface="Times New Roman" panose="02020603050405020304" pitchFamily="18" charset="0"/>
              </a:rPr>
            </a:br>
            <a:r>
              <a:rPr lang="en-US" dirty="0">
                <a:highlight>
                  <a:srgbClr val="C0C0C0"/>
                </a:highlight>
                <a:latin typeface="Times New Roman" panose="02020603050405020304" pitchFamily="18" charset="0"/>
                <a:cs typeface="Times New Roman" panose="02020603050405020304" pitchFamily="18" charset="0"/>
              </a:rPr>
              <a:t>The increasing demand for energy efficiency in industrial cooling systems has led to the development of several innovative solutions. </a:t>
            </a:r>
            <a:r>
              <a:rPr lang="en-US" dirty="0">
                <a:latin typeface="Times New Roman" panose="02020603050405020304" pitchFamily="18" charset="0"/>
                <a:cs typeface="Times New Roman" panose="02020603050405020304" pitchFamily="18" charset="0"/>
              </a:rPr>
              <a:t>In particular, the new XYZ cooling system promises to reduce energy consumption by up to 30% compared to conventional systems. </a:t>
            </a:r>
            <a:r>
              <a:rPr lang="en-US" dirty="0">
                <a:highlight>
                  <a:srgbClr val="FFFF00"/>
                </a:highlight>
                <a:latin typeface="Times New Roman" panose="02020603050405020304" pitchFamily="18" charset="0"/>
                <a:cs typeface="Times New Roman" panose="02020603050405020304" pitchFamily="18" charset="0"/>
              </a:rPr>
              <a:t>This report evaluates the performance of the XYZ system in small-to-medium-sized manufacturing plants.</a:t>
            </a:r>
            <a:r>
              <a:rPr lang="en-US" dirty="0">
                <a:latin typeface="Times New Roman" panose="02020603050405020304" pitchFamily="18" charset="0"/>
                <a:cs typeface="Times New Roman" panose="02020603050405020304" pitchFamily="18" charset="0"/>
              </a:rPr>
              <a:t> </a:t>
            </a:r>
            <a:r>
              <a:rPr lang="en-US" dirty="0">
                <a:highlight>
                  <a:srgbClr val="00FFFF"/>
                </a:highlight>
                <a:latin typeface="Times New Roman" panose="02020603050405020304" pitchFamily="18" charset="0"/>
                <a:cs typeface="Times New Roman" panose="02020603050405020304" pitchFamily="18" charset="0"/>
              </a:rPr>
              <a:t>Field testing and simulations were conducted to assess its efficiency, reliability, and cost-effectiveness.</a:t>
            </a:r>
            <a:r>
              <a:rPr lang="en-US" dirty="0">
                <a:latin typeface="Times New Roman" panose="02020603050405020304" pitchFamily="18" charset="0"/>
                <a:cs typeface="Times New Roman" panose="02020603050405020304" pitchFamily="18" charset="0"/>
              </a:rPr>
              <a:t> </a:t>
            </a:r>
            <a:r>
              <a:rPr lang="en-US" dirty="0">
                <a:highlight>
                  <a:srgbClr val="00FF00"/>
                </a:highlight>
                <a:latin typeface="Times New Roman" panose="02020603050405020304" pitchFamily="18" charset="0"/>
                <a:cs typeface="Times New Roman" panose="02020603050405020304" pitchFamily="18" charset="0"/>
              </a:rPr>
              <a:t>This report is structured as follows: Section 2 presents a literature review on cooling technologies; Section 3 describes the methodology; Section 4 discusses the results; and Section 5 offers conclusions and recommendations.</a:t>
            </a:r>
            <a:endParaRPr lang="en-PK" dirty="0">
              <a:highlight>
                <a:srgbClr val="00FF00"/>
              </a:highlight>
              <a:latin typeface="Times New Roman" panose="02020603050405020304" pitchFamily="18" charset="0"/>
              <a:cs typeface="Times New Roman" panose="02020603050405020304" pitchFamily="18" charset="0"/>
            </a:endParaRPr>
          </a:p>
        </p:txBody>
      </p:sp>
      <p:cxnSp>
        <p:nvCxnSpPr>
          <p:cNvPr id="35" name="Straight Connector 34">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5532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A072D-84AF-963E-4E7A-AEFCDD04C717}"/>
              </a:ext>
            </a:extLst>
          </p:cNvPr>
          <p:cNvSpPr>
            <a:spLocks noGrp="1"/>
          </p:cNvSpPr>
          <p:nvPr>
            <p:ph type="title"/>
          </p:nvPr>
        </p:nvSpPr>
        <p:spPr/>
        <p:txBody>
          <a:bodyPr/>
          <a:lstStyle/>
          <a:p>
            <a:r>
              <a:rPr lang="en-US" dirty="0"/>
              <a:t>Example # 2</a:t>
            </a:r>
            <a:endParaRPr lang="en-PK" dirty="0"/>
          </a:p>
        </p:txBody>
      </p:sp>
      <p:sp>
        <p:nvSpPr>
          <p:cNvPr id="3" name="Content Placeholder 2">
            <a:extLst>
              <a:ext uri="{FF2B5EF4-FFF2-40B4-BE49-F238E27FC236}">
                <a16:creationId xmlns:a16="http://schemas.microsoft.com/office/drawing/2014/main" id="{ED5D9844-ED40-8883-3E76-0C87765DDFB5}"/>
              </a:ext>
            </a:extLst>
          </p:cNvPr>
          <p:cNvSpPr>
            <a:spLocks noGrp="1"/>
          </p:cNvSpPr>
          <p:nvPr>
            <p:ph idx="1"/>
          </p:nvPr>
        </p:nvSpPr>
        <p:spPr>
          <a:xfrm>
            <a:off x="700635" y="1543050"/>
            <a:ext cx="10691265" cy="4418838"/>
          </a:xfrm>
        </p:spPr>
        <p:txBody>
          <a:bodyPr>
            <a:noAutofit/>
          </a:bodyPr>
          <a:lstStyle/>
          <a:p>
            <a:r>
              <a:rPr lang="en-US" sz="2800" dirty="0"/>
              <a:t>In recent years, the increasing reliance on renewable energy sources has prompted the need for efficient energy storage systems. Lithium-ion batteries have emerged as a key solution, particularly in the fields of electric vehicles and portable electronics. However, despite their advantages, these batteries are prone to performance degradation over time, which limits their efficiency and lifespan. This report aims to analyze the factors contributing to lithium-ion battery degradation and propose potential improvements in design and materials to extend their operational life.</a:t>
            </a:r>
            <a:endParaRPr lang="en-PK" sz="2800" dirty="0"/>
          </a:p>
        </p:txBody>
      </p:sp>
    </p:spTree>
    <p:extLst>
      <p:ext uri="{BB962C8B-B14F-4D97-AF65-F5344CB8AC3E}">
        <p14:creationId xmlns:p14="http://schemas.microsoft.com/office/powerpoint/2010/main" val="346100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7A10C-1523-4084-BA91-C656BED642D3}"/>
              </a:ext>
            </a:extLst>
          </p:cNvPr>
          <p:cNvSpPr>
            <a:spLocks noGrp="1"/>
          </p:cNvSpPr>
          <p:nvPr>
            <p:ph type="title"/>
          </p:nvPr>
        </p:nvSpPr>
        <p:spPr/>
        <p:txBody>
          <a:bodyPr/>
          <a:lstStyle/>
          <a:p>
            <a:r>
              <a:rPr lang="en-US" dirty="0"/>
              <a:t>Continued……</a:t>
            </a:r>
            <a:endParaRPr lang="en-PK" dirty="0"/>
          </a:p>
        </p:txBody>
      </p:sp>
      <p:sp>
        <p:nvSpPr>
          <p:cNvPr id="3" name="Content Placeholder 2">
            <a:extLst>
              <a:ext uri="{FF2B5EF4-FFF2-40B4-BE49-F238E27FC236}">
                <a16:creationId xmlns:a16="http://schemas.microsoft.com/office/drawing/2014/main" id="{F2D36D41-623C-97C4-774D-AF8F68096DB2}"/>
              </a:ext>
            </a:extLst>
          </p:cNvPr>
          <p:cNvSpPr>
            <a:spLocks noGrp="1"/>
          </p:cNvSpPr>
          <p:nvPr>
            <p:ph idx="1"/>
          </p:nvPr>
        </p:nvSpPr>
        <p:spPr/>
        <p:txBody>
          <a:bodyPr>
            <a:noAutofit/>
          </a:bodyPr>
          <a:lstStyle/>
          <a:p>
            <a:pPr marL="0" indent="0" algn="just">
              <a:buNone/>
            </a:pPr>
            <a:r>
              <a:rPr lang="en-US" sz="2800" dirty="0"/>
              <a:t>The scope of this report includes a review of current battery technologies, an in-depth analysis of degradation mechanisms, and recommendations for mitigating these effects. Data from laboratory tests and case studies from battery manufacturers are used to support the findings. The report is organized into four main sections: a background on lithium-ion technology, methodology of the study, results and findings from the analysis, and proposed solutions and recommendations for future battery designs.</a:t>
            </a:r>
            <a:endParaRPr lang="en-PK" sz="2800" dirty="0"/>
          </a:p>
        </p:txBody>
      </p:sp>
    </p:spTree>
    <p:extLst>
      <p:ext uri="{BB962C8B-B14F-4D97-AF65-F5344CB8AC3E}">
        <p14:creationId xmlns:p14="http://schemas.microsoft.com/office/powerpoint/2010/main" val="3676287075"/>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580</TotalTime>
  <Words>472</Words>
  <Application>Microsoft Office PowerPoint</Application>
  <PresentationFormat>Widescreen</PresentationFormat>
  <Paragraphs>50</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Calisto MT</vt:lpstr>
      <vt:lpstr>Times New Roman</vt:lpstr>
      <vt:lpstr>Univers Condensed</vt:lpstr>
      <vt:lpstr>ChronicleVTI</vt:lpstr>
      <vt:lpstr>HUM120 Expository Writing </vt:lpstr>
      <vt:lpstr>PowerPoint Presentation</vt:lpstr>
      <vt:lpstr>Readers of a Report </vt:lpstr>
      <vt:lpstr>Categories of readers </vt:lpstr>
      <vt:lpstr>Audience of a report </vt:lpstr>
      <vt:lpstr>How to address technical audience </vt:lpstr>
      <vt:lpstr>Abstract of a technical report </vt:lpstr>
      <vt:lpstr>Introduction </vt:lpstr>
      <vt:lpstr>Example #1</vt:lpstr>
      <vt:lpstr>Example # 2</vt:lpstr>
      <vt:lpstr>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FA21-BPH-038 (AHMAD SAEED)</dc:creator>
  <cp:lastModifiedBy>FA21-BPH-038 (AHMAD SAEED)</cp:lastModifiedBy>
  <cp:revision>1</cp:revision>
  <dcterms:created xsi:type="dcterms:W3CDTF">2025-02-23T08:02:42Z</dcterms:created>
  <dcterms:modified xsi:type="dcterms:W3CDTF">2025-02-23T17:43:04Z</dcterms:modified>
</cp:coreProperties>
</file>