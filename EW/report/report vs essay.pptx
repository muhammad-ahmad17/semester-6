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_rels/drawing1.xml.rels" ContentType="application/vnd.openxmlformats-package.relationships+xml"/>
  <Override PartName="/ppt/diagrams/_rels/data1.xml.rels" ContentType="application/vnd.openxmlformats-package.relationships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quickStyle2.xml" ContentType="application/vnd.openxmlformats-officedocument.drawingml.diagramStyle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OOXDiagramDrawingRels1_4.png" ContentType="image/png"/>
  <Override PartName="/ppt/media/OOXDiagramDrawingRels1_1.svg" ContentType="image/svg"/>
  <Override PartName="/ppt/media/OOXDiagramDrawingRels1_0.png" ContentType="image/png"/>
  <Override PartName="/ppt/media/image3.png" ContentType="image/png"/>
  <Override PartName="/ppt/media/OOXDiagramDrawingRels1_5.svg" ContentType="image/svg"/>
  <Override PartName="/ppt/media/image1.png" ContentType="image/png"/>
  <Override PartName="/ppt/media/OOXDiagramDrawingRels1_2.png" ContentType="image/png"/>
  <Override PartName="/ppt/media/OOXDiagramDrawingRels1_3.svg" ContentType="image/svg"/>
  <Override PartName="/ppt/media/OOXDiagramDataRels1_0.png" ContentType="image/png"/>
  <Override PartName="/ppt/media/image2.svg" ContentType="image/svg"/>
  <Override PartName="/ppt/media/OOXDiagramDataRels1_1.svg" ContentType="image/svg"/>
  <Override PartName="/ppt/media/OOXDiagramDataRels1_4.png" ContentType="image/png"/>
  <Override PartName="/ppt/media/image4.svg" ContentType="image/svg"/>
  <Override PartName="/ppt/media/OOXDiagramDataRels1_2.png" ContentType="image/png"/>
  <Override PartName="/ppt/media/OOXDiagramDataRels1_3.svg" ContentType="image/svg"/>
  <Override PartName="/ppt/media/OOXDiagramDataRels1_5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diagrams/_rels/data1.xml.rels><?xml version="1.0" encoding="UTF-8"?>
<Relationships xmlns="http://schemas.openxmlformats.org/package/2006/relationships"><Relationship Id="rId1" Type="http://schemas.openxmlformats.org/officeDocument/2006/relationships/image" Target="../media/OOXDiagramDataRels1_0.png"/><Relationship Id="rId2" Type="http://schemas.openxmlformats.org/officeDocument/2006/relationships/image" Target="../media/OOXDiagramDataRels1_1.svg"/><Relationship Id="rId3" Type="http://schemas.openxmlformats.org/officeDocument/2006/relationships/image" Target="../media/OOXDiagramDataRels1_2.png"/><Relationship Id="rId4" Type="http://schemas.openxmlformats.org/officeDocument/2006/relationships/image" Target="../media/OOXDiagramDataRels1_3.svg"/><Relationship Id="rId5" Type="http://schemas.openxmlformats.org/officeDocument/2006/relationships/image" Target="../media/OOXDiagramDataRels1_4.png"/><Relationship Id="rId6" Type="http://schemas.openxmlformats.org/officeDocument/2006/relationships/image" Target="../media/OOXDiagramDataRels1_5.svg"/>
</Relationships>
</file>

<file path=ppt/diagrams/_rels/drawing1.xml.rels><?xml version="1.0" encoding="UTF-8"?>
<Relationships xmlns="http://schemas.openxmlformats.org/package/2006/relationships"><Relationship Id="rId1" Type="http://schemas.openxmlformats.org/officeDocument/2006/relationships/image" Target="../media/OOXDiagramDrawingRels1_0.png"/><Relationship Id="rId2" Type="http://schemas.openxmlformats.org/officeDocument/2006/relationships/image" Target="../media/OOXDiagramDrawingRels1_1.svg"/><Relationship Id="rId3" Type="http://schemas.openxmlformats.org/officeDocument/2006/relationships/image" Target="../media/OOXDiagramDrawingRels1_2.png"/><Relationship Id="rId4" Type="http://schemas.openxmlformats.org/officeDocument/2006/relationships/image" Target="../media/OOXDiagramDrawingRels1_3.svg"/><Relationship Id="rId5" Type="http://schemas.openxmlformats.org/officeDocument/2006/relationships/image" Target="../media/OOXDiagramDrawingRels1_4.png"/><Relationship Id="rId6" Type="http://schemas.openxmlformats.org/officeDocument/2006/relationships/image" Target="../media/OOXDiagramDrawingRels1_5.svg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25FE9F-848F-4A23-AEA0-0DCF4E78CC7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3D07C7B-7179-43E3-80AB-F96225978CF8}">
      <dgm:prSet/>
      <dgm:spPr/>
      <dgm:t>
        <a:bodyPr/>
        <a:lstStyle/>
        <a:p>
          <a:r>
            <a:rPr lang="en-US"/>
            <a:t>Identify </a:t>
          </a:r>
        </a:p>
      </dgm:t>
    </dgm:pt>
    <dgm:pt modelId="{8971F45D-91A7-4118-9BA8-8D4A18C26145}" cxnId="{437B922D-D78C-4A24-B13B-8FF18C6BCE24}" type="parTrans">
      <dgm:prSet/>
      <dgm:spPr/>
      <dgm:t>
        <a:bodyPr/>
        <a:lstStyle/>
        <a:p>
          <a:endParaRPr lang="en-US"/>
        </a:p>
      </dgm:t>
    </dgm:pt>
    <dgm:pt modelId="{0A43494C-F575-45BA-AF1B-136D67ECA542}" cxnId="{437B922D-D78C-4A24-B13B-8FF18C6BCE24}" type="sibTrans">
      <dgm:prSet/>
      <dgm:spPr/>
      <dgm:t>
        <a:bodyPr/>
        <a:lstStyle/>
        <a:p>
          <a:endParaRPr lang="en-US"/>
        </a:p>
      </dgm:t>
    </dgm:pt>
    <dgm:pt modelId="{854216AD-E727-4B82-AD3D-FB5AC24126C0}">
      <dgm:prSet/>
      <dgm:spPr/>
      <dgm:t>
        <a:bodyPr/>
        <a:lstStyle/>
        <a:p>
          <a:r>
            <a:rPr lang="en-US"/>
            <a:t>Examine </a:t>
          </a:r>
        </a:p>
      </dgm:t>
    </dgm:pt>
    <dgm:pt modelId="{D7D61009-BFB1-486F-9808-FC7E3A76E46F}" cxnId="{B7BEFC70-7014-47A1-A5AA-B2D3A4C45C6E}" type="parTrans">
      <dgm:prSet/>
      <dgm:spPr/>
      <dgm:t>
        <a:bodyPr/>
        <a:lstStyle/>
        <a:p>
          <a:endParaRPr lang="en-US"/>
        </a:p>
      </dgm:t>
    </dgm:pt>
    <dgm:pt modelId="{CF5B6DE1-BC25-4957-AB99-DF3E254AC426}" cxnId="{B7BEFC70-7014-47A1-A5AA-B2D3A4C45C6E}" type="sibTrans">
      <dgm:prSet/>
      <dgm:spPr/>
      <dgm:t>
        <a:bodyPr/>
        <a:lstStyle/>
        <a:p>
          <a:endParaRPr lang="en-US"/>
        </a:p>
      </dgm:t>
    </dgm:pt>
    <dgm:pt modelId="{31B8AB25-CDD9-4398-98C8-4FEAC8256A90}">
      <dgm:prSet/>
      <dgm:spPr/>
      <dgm:t>
        <a:bodyPr/>
        <a:lstStyle/>
        <a:p>
          <a:r>
            <a:rPr lang="en-US"/>
            <a:t>Organize</a:t>
          </a:r>
        </a:p>
      </dgm:t>
    </dgm:pt>
    <dgm:pt modelId="{361C31D3-DA21-415A-827E-23360449950A}" cxnId="{9BC76750-26B2-4A0D-A2BE-64253C8C3CCF}" type="parTrans">
      <dgm:prSet/>
      <dgm:spPr/>
      <dgm:t>
        <a:bodyPr/>
        <a:lstStyle/>
        <a:p>
          <a:endParaRPr lang="en-US"/>
        </a:p>
      </dgm:t>
    </dgm:pt>
    <dgm:pt modelId="{D8C74700-54C5-494E-A032-BDE2D5D241FD}" cxnId="{9BC76750-26B2-4A0D-A2BE-64253C8C3CCF}" type="sibTrans">
      <dgm:prSet/>
      <dgm:spPr/>
      <dgm:t>
        <a:bodyPr/>
        <a:lstStyle/>
        <a:p>
          <a:endParaRPr lang="en-US"/>
        </a:p>
      </dgm:t>
    </dgm:pt>
    <dgm:pt modelId="{FAAB1063-F157-4923-9C99-AC7C1211F2C8}" type="pres">
      <dgm:prSet presAssocID="{2725FE9F-848F-4A23-AEA0-0DCF4E78CC78}" presName="root" presStyleCnt="0">
        <dgm:presLayoutVars>
          <dgm:dir/>
          <dgm:resizeHandles val="exact"/>
        </dgm:presLayoutVars>
      </dgm:prSet>
      <dgm:spPr/>
    </dgm:pt>
    <dgm:pt modelId="{6652EB59-ED38-489E-A0A3-488DDB2A0470}" type="pres">
      <dgm:prSet presAssocID="{83D07C7B-7179-43E3-80AB-F96225978CF8}" presName="compNode" presStyleCnt="0"/>
      <dgm:spPr/>
    </dgm:pt>
    <dgm:pt modelId="{E3E25657-F16A-46A1-A665-4F560C33F08C}" type="pres">
      <dgm:prSet presAssocID="{83D07C7B-7179-43E3-80AB-F96225978CF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CF5B78B9-B6B0-46F4-8E0F-3D627E8D2689}" type="pres">
      <dgm:prSet presAssocID="{83D07C7B-7179-43E3-80AB-F96225978CF8}" presName="spaceRect" presStyleCnt="0"/>
      <dgm:spPr/>
    </dgm:pt>
    <dgm:pt modelId="{1EA4F8D1-64AC-492F-8BF8-52C9FCB6E7E3}" type="pres">
      <dgm:prSet presAssocID="{83D07C7B-7179-43E3-80AB-F96225978CF8}" presName="textRect" presStyleLbl="revTx" presStyleIdx="0" presStyleCnt="3">
        <dgm:presLayoutVars>
          <dgm:chMax val="1"/>
          <dgm:chPref val="1"/>
        </dgm:presLayoutVars>
      </dgm:prSet>
      <dgm:spPr/>
    </dgm:pt>
    <dgm:pt modelId="{F79AC78D-4D44-4272-B646-B38792528AD7}" type="pres">
      <dgm:prSet presAssocID="{0A43494C-F575-45BA-AF1B-136D67ECA542}" presName="sibTrans" presStyleCnt="0"/>
      <dgm:spPr/>
    </dgm:pt>
    <dgm:pt modelId="{0BBAB334-872C-4E67-B84E-E620CB03CCF2}" type="pres">
      <dgm:prSet presAssocID="{854216AD-E727-4B82-AD3D-FB5AC24126C0}" presName="compNode" presStyleCnt="0"/>
      <dgm:spPr/>
    </dgm:pt>
    <dgm:pt modelId="{D320D914-B02E-4DB0-97EA-12E8252E456B}" type="pres">
      <dgm:prSet presAssocID="{854216AD-E727-4B82-AD3D-FB5AC24126C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1DEE8BD3-33A0-485D-A267-C5D8F0C1D5BE}" type="pres">
      <dgm:prSet presAssocID="{854216AD-E727-4B82-AD3D-FB5AC24126C0}" presName="spaceRect" presStyleCnt="0"/>
      <dgm:spPr/>
    </dgm:pt>
    <dgm:pt modelId="{6640125B-37A7-42E0-B3D7-610F049CF63F}" type="pres">
      <dgm:prSet presAssocID="{854216AD-E727-4B82-AD3D-FB5AC24126C0}" presName="textRect" presStyleLbl="revTx" presStyleIdx="1" presStyleCnt="3">
        <dgm:presLayoutVars>
          <dgm:chMax val="1"/>
          <dgm:chPref val="1"/>
        </dgm:presLayoutVars>
      </dgm:prSet>
      <dgm:spPr/>
    </dgm:pt>
    <dgm:pt modelId="{61ED132D-A9B7-4286-967D-12691781ED9A}" type="pres">
      <dgm:prSet presAssocID="{CF5B6DE1-BC25-4957-AB99-DF3E254AC426}" presName="sibTrans" presStyleCnt="0"/>
      <dgm:spPr/>
    </dgm:pt>
    <dgm:pt modelId="{DA58C157-D25B-45CD-9443-ECB81649122F}" type="pres">
      <dgm:prSet presAssocID="{31B8AB25-CDD9-4398-98C8-4FEAC8256A90}" presName="compNode" presStyleCnt="0"/>
      <dgm:spPr/>
    </dgm:pt>
    <dgm:pt modelId="{356BBCB6-B924-4C2D-8327-5366A45DED0C}" type="pres">
      <dgm:prSet presAssocID="{31B8AB25-CDD9-4398-98C8-4FEAC8256A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2B71BFB7-4289-4D9C-B93B-62C69E78E074}" type="pres">
      <dgm:prSet presAssocID="{31B8AB25-CDD9-4398-98C8-4FEAC8256A90}" presName="spaceRect" presStyleCnt="0"/>
      <dgm:spPr/>
    </dgm:pt>
    <dgm:pt modelId="{19AB2150-842F-407D-80E9-55D9391C1A72}" type="pres">
      <dgm:prSet presAssocID="{31B8AB25-CDD9-4398-98C8-4FEAC8256A9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AF44205-7E90-46B2-A1FE-F5369D6A9A57}" type="presOf" srcId="{83D07C7B-7179-43E3-80AB-F96225978CF8}" destId="{1EA4F8D1-64AC-492F-8BF8-52C9FCB6E7E3}" srcOrd="0" destOrd="0" presId="urn:microsoft.com/office/officeart/2018/2/layout/IconLabelList"/>
    <dgm:cxn modelId="{437B922D-D78C-4A24-B13B-8FF18C6BCE24}" srcId="{2725FE9F-848F-4A23-AEA0-0DCF4E78CC78}" destId="{83D07C7B-7179-43E3-80AB-F96225978CF8}" srcOrd="0" destOrd="0" parTransId="{8971F45D-91A7-4118-9BA8-8D4A18C26145}" sibTransId="{0A43494C-F575-45BA-AF1B-136D67ECA542}"/>
    <dgm:cxn modelId="{9BC76750-26B2-4A0D-A2BE-64253C8C3CCF}" srcId="{2725FE9F-848F-4A23-AEA0-0DCF4E78CC78}" destId="{31B8AB25-CDD9-4398-98C8-4FEAC8256A90}" srcOrd="2" destOrd="0" parTransId="{361C31D3-DA21-415A-827E-23360449950A}" sibTransId="{D8C74700-54C5-494E-A032-BDE2D5D241FD}"/>
    <dgm:cxn modelId="{B7BEFC70-7014-47A1-A5AA-B2D3A4C45C6E}" srcId="{2725FE9F-848F-4A23-AEA0-0DCF4E78CC78}" destId="{854216AD-E727-4B82-AD3D-FB5AC24126C0}" srcOrd="1" destOrd="0" parTransId="{D7D61009-BFB1-486F-9808-FC7E3A76E46F}" sibTransId="{CF5B6DE1-BC25-4957-AB99-DF3E254AC426}"/>
    <dgm:cxn modelId="{9709115A-E988-4E5D-955E-83EB96AC638A}" type="presOf" srcId="{2725FE9F-848F-4A23-AEA0-0DCF4E78CC78}" destId="{FAAB1063-F157-4923-9C99-AC7C1211F2C8}" srcOrd="0" destOrd="0" presId="urn:microsoft.com/office/officeart/2018/2/layout/IconLabelList"/>
    <dgm:cxn modelId="{DBAF4AEB-4E01-49C3-90DF-F4E15512470E}" type="presOf" srcId="{31B8AB25-CDD9-4398-98C8-4FEAC8256A90}" destId="{19AB2150-842F-407D-80E9-55D9391C1A72}" srcOrd="0" destOrd="0" presId="urn:microsoft.com/office/officeart/2018/2/layout/IconLabelList"/>
    <dgm:cxn modelId="{C1F728EF-D100-43A3-B363-1C21B411F4CE}" type="presOf" srcId="{854216AD-E727-4B82-AD3D-FB5AC24126C0}" destId="{6640125B-37A7-42E0-B3D7-610F049CF63F}" srcOrd="0" destOrd="0" presId="urn:microsoft.com/office/officeart/2018/2/layout/IconLabelList"/>
    <dgm:cxn modelId="{2274C904-15BA-457A-9636-3DBEACD4227C}" type="presParOf" srcId="{FAAB1063-F157-4923-9C99-AC7C1211F2C8}" destId="{6652EB59-ED38-489E-A0A3-488DDB2A0470}" srcOrd="0" destOrd="0" presId="urn:microsoft.com/office/officeart/2018/2/layout/IconLabelList"/>
    <dgm:cxn modelId="{F95BECEC-867E-4048-AB11-B43AF63DC877}" type="presParOf" srcId="{6652EB59-ED38-489E-A0A3-488DDB2A0470}" destId="{E3E25657-F16A-46A1-A665-4F560C33F08C}" srcOrd="0" destOrd="0" presId="urn:microsoft.com/office/officeart/2018/2/layout/IconLabelList"/>
    <dgm:cxn modelId="{06593FD0-F828-460A-8B83-3E6A80C58E03}" type="presParOf" srcId="{6652EB59-ED38-489E-A0A3-488DDB2A0470}" destId="{CF5B78B9-B6B0-46F4-8E0F-3D627E8D2689}" srcOrd="1" destOrd="0" presId="urn:microsoft.com/office/officeart/2018/2/layout/IconLabelList"/>
    <dgm:cxn modelId="{092E4DD2-D471-4859-A1FC-3A407E1DBF69}" type="presParOf" srcId="{6652EB59-ED38-489E-A0A3-488DDB2A0470}" destId="{1EA4F8D1-64AC-492F-8BF8-52C9FCB6E7E3}" srcOrd="2" destOrd="0" presId="urn:microsoft.com/office/officeart/2018/2/layout/IconLabelList"/>
    <dgm:cxn modelId="{92984FFC-A8B7-4574-90B1-40CFEB6DCE7E}" type="presParOf" srcId="{FAAB1063-F157-4923-9C99-AC7C1211F2C8}" destId="{F79AC78D-4D44-4272-B646-B38792528AD7}" srcOrd="1" destOrd="0" presId="urn:microsoft.com/office/officeart/2018/2/layout/IconLabelList"/>
    <dgm:cxn modelId="{2590E68B-DCE5-447A-ACF5-B0D7EFB7A952}" type="presParOf" srcId="{FAAB1063-F157-4923-9C99-AC7C1211F2C8}" destId="{0BBAB334-872C-4E67-B84E-E620CB03CCF2}" srcOrd="2" destOrd="0" presId="urn:microsoft.com/office/officeart/2018/2/layout/IconLabelList"/>
    <dgm:cxn modelId="{D17E97B0-8B2E-45AE-AC5C-690736CB8FB6}" type="presParOf" srcId="{0BBAB334-872C-4E67-B84E-E620CB03CCF2}" destId="{D320D914-B02E-4DB0-97EA-12E8252E456B}" srcOrd="0" destOrd="0" presId="urn:microsoft.com/office/officeart/2018/2/layout/IconLabelList"/>
    <dgm:cxn modelId="{019AE042-2494-4A48-AEFB-C68FBB5E9A05}" type="presParOf" srcId="{0BBAB334-872C-4E67-B84E-E620CB03CCF2}" destId="{1DEE8BD3-33A0-485D-A267-C5D8F0C1D5BE}" srcOrd="1" destOrd="0" presId="urn:microsoft.com/office/officeart/2018/2/layout/IconLabelList"/>
    <dgm:cxn modelId="{ABCF531B-1F5A-4B24-AADC-AC98F35CAD4A}" type="presParOf" srcId="{0BBAB334-872C-4E67-B84E-E620CB03CCF2}" destId="{6640125B-37A7-42E0-B3D7-610F049CF63F}" srcOrd="2" destOrd="0" presId="urn:microsoft.com/office/officeart/2018/2/layout/IconLabelList"/>
    <dgm:cxn modelId="{377B4EC2-1BCF-427E-83FB-E37D94F97EFD}" type="presParOf" srcId="{FAAB1063-F157-4923-9C99-AC7C1211F2C8}" destId="{61ED132D-A9B7-4286-967D-12691781ED9A}" srcOrd="3" destOrd="0" presId="urn:microsoft.com/office/officeart/2018/2/layout/IconLabelList"/>
    <dgm:cxn modelId="{BC59F481-0BF2-4C69-A646-F83DEAA2B38E}" type="presParOf" srcId="{FAAB1063-F157-4923-9C99-AC7C1211F2C8}" destId="{DA58C157-D25B-45CD-9443-ECB81649122F}" srcOrd="4" destOrd="0" presId="urn:microsoft.com/office/officeart/2018/2/layout/IconLabelList"/>
    <dgm:cxn modelId="{6EBB013E-15FA-4EAF-9664-C93CD417C2F4}" type="presParOf" srcId="{DA58C157-D25B-45CD-9443-ECB81649122F}" destId="{356BBCB6-B924-4C2D-8327-5366A45DED0C}" srcOrd="0" destOrd="0" presId="urn:microsoft.com/office/officeart/2018/2/layout/IconLabelList"/>
    <dgm:cxn modelId="{A58E3B9B-1970-4C58-9638-AC2689780B5C}" type="presParOf" srcId="{DA58C157-D25B-45CD-9443-ECB81649122F}" destId="{2B71BFB7-4289-4D9C-B93B-62C69E78E074}" srcOrd="1" destOrd="0" presId="urn:microsoft.com/office/officeart/2018/2/layout/IconLabelList"/>
    <dgm:cxn modelId="{469D9A7A-9398-4BD9-B36D-F3B2187297D8}" type="presParOf" srcId="{DA58C157-D25B-45CD-9443-ECB81649122F}" destId="{19AB2150-842F-407D-80E9-55D9391C1A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9D3330-E8DC-4E0E-B10F-740E1A4296F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DDE89D3-DE94-4AED-BF0E-EE796F3B3DFD}">
      <dgm:prSet/>
      <dgm:spPr/>
      <dgm:t>
        <a:bodyPr/>
        <a:lstStyle/>
        <a:p>
          <a:r>
            <a:rPr lang="en-US"/>
            <a:t>Clear and specific objective </a:t>
          </a:r>
        </a:p>
      </dgm:t>
    </dgm:pt>
    <dgm:pt modelId="{12E967F2-ECF1-45CB-8104-08D3D6CE1B4A}" cxnId="{47667AA7-92E1-4578-9288-446D52BB8D17}" type="parTrans">
      <dgm:prSet/>
      <dgm:spPr/>
      <dgm:t>
        <a:bodyPr/>
        <a:lstStyle/>
        <a:p>
          <a:endParaRPr lang="en-US"/>
        </a:p>
      </dgm:t>
    </dgm:pt>
    <dgm:pt modelId="{5B8C4D7E-43B7-49FE-ADF3-670EA3163D78}" cxnId="{47667AA7-92E1-4578-9288-446D52BB8D17}" type="sibTrans">
      <dgm:prSet/>
      <dgm:spPr/>
      <dgm:t>
        <a:bodyPr/>
        <a:lstStyle/>
        <a:p>
          <a:endParaRPr lang="en-US"/>
        </a:p>
      </dgm:t>
    </dgm:pt>
    <dgm:pt modelId="{BC7A4F89-4D83-4A78-A3EF-0C52986121B7}">
      <dgm:prSet/>
      <dgm:spPr/>
      <dgm:t>
        <a:bodyPr/>
        <a:lstStyle/>
        <a:p>
          <a:r>
            <a:rPr lang="en-US"/>
            <a:t>Logical Structure </a:t>
          </a:r>
        </a:p>
      </dgm:t>
    </dgm:pt>
    <dgm:pt modelId="{026DABC7-F8EB-48E1-8D16-82C07892AD6B}" cxnId="{E5A3BC2D-E379-499E-B063-4A6D7F28EA2F}" type="parTrans">
      <dgm:prSet/>
      <dgm:spPr/>
      <dgm:t>
        <a:bodyPr/>
        <a:lstStyle/>
        <a:p>
          <a:endParaRPr lang="en-US"/>
        </a:p>
      </dgm:t>
    </dgm:pt>
    <dgm:pt modelId="{EFDAB834-1DA9-4C7F-94A1-02407C832847}" cxnId="{E5A3BC2D-E379-499E-B063-4A6D7F28EA2F}" type="sibTrans">
      <dgm:prSet/>
      <dgm:spPr/>
      <dgm:t>
        <a:bodyPr/>
        <a:lstStyle/>
        <a:p>
          <a:endParaRPr lang="en-US"/>
        </a:p>
      </dgm:t>
    </dgm:pt>
    <dgm:pt modelId="{0A9B47AF-5D83-4FA3-A2B5-147FC899B162}">
      <dgm:prSet/>
      <dgm:spPr/>
      <dgm:t>
        <a:bodyPr/>
        <a:lstStyle/>
        <a:p>
          <a:r>
            <a:rPr lang="en-US"/>
            <a:t>Conciseness and Clarity</a:t>
          </a:r>
        </a:p>
      </dgm:t>
    </dgm:pt>
    <dgm:pt modelId="{97200E87-BA79-4292-80C5-2FE64FA8EB1E}" cxnId="{FF5DB0A5-809E-4EE7-BE0E-BD5050E789B5}" type="parTrans">
      <dgm:prSet/>
      <dgm:spPr/>
      <dgm:t>
        <a:bodyPr/>
        <a:lstStyle/>
        <a:p>
          <a:endParaRPr lang="en-US"/>
        </a:p>
      </dgm:t>
    </dgm:pt>
    <dgm:pt modelId="{398489DE-D50B-4139-860B-8DBCDBF0031C}" cxnId="{FF5DB0A5-809E-4EE7-BE0E-BD5050E789B5}" type="sibTrans">
      <dgm:prSet/>
      <dgm:spPr/>
      <dgm:t>
        <a:bodyPr/>
        <a:lstStyle/>
        <a:p>
          <a:endParaRPr lang="en-US"/>
        </a:p>
      </dgm:t>
    </dgm:pt>
    <dgm:pt modelId="{0E59A670-4EBF-4A2D-918E-0090F37109B9}">
      <dgm:prSet/>
      <dgm:spPr/>
      <dgm:t>
        <a:bodyPr/>
        <a:lstStyle/>
        <a:p>
          <a:r>
            <a:rPr lang="en-US"/>
            <a:t>Evidenced-Based Knowledge </a:t>
          </a:r>
        </a:p>
      </dgm:t>
    </dgm:pt>
    <dgm:pt modelId="{410FBBCC-952E-4DF1-9664-E69E73D2E1FD}" cxnId="{A76D8E08-099B-476B-BF7D-3F92DF4B80DF}" type="parTrans">
      <dgm:prSet/>
      <dgm:spPr/>
      <dgm:t>
        <a:bodyPr/>
        <a:lstStyle/>
        <a:p>
          <a:endParaRPr lang="en-US"/>
        </a:p>
      </dgm:t>
    </dgm:pt>
    <dgm:pt modelId="{CEB3EAA7-9B8D-431E-899B-313CD4DF978E}" cxnId="{A76D8E08-099B-476B-BF7D-3F92DF4B80DF}" type="sibTrans">
      <dgm:prSet/>
      <dgm:spPr/>
      <dgm:t>
        <a:bodyPr/>
        <a:lstStyle/>
        <a:p>
          <a:endParaRPr lang="en-US"/>
        </a:p>
      </dgm:t>
    </dgm:pt>
    <dgm:pt modelId="{08DFF7ED-8162-4982-B3A5-21C0EFA3832B}">
      <dgm:prSet/>
      <dgm:spPr/>
      <dgm:t>
        <a:bodyPr/>
        <a:lstStyle/>
        <a:p>
          <a:r>
            <a:rPr lang="en-US"/>
            <a:t>Professional and Formal tone </a:t>
          </a:r>
        </a:p>
      </dgm:t>
    </dgm:pt>
    <dgm:pt modelId="{0D39474F-8ED8-46A3-B39B-29F9A053BCBD}" cxnId="{C24EFD5C-92D4-4649-B497-335B1E0431E2}" type="parTrans">
      <dgm:prSet/>
      <dgm:spPr/>
      <dgm:t>
        <a:bodyPr/>
        <a:lstStyle/>
        <a:p>
          <a:endParaRPr lang="en-US"/>
        </a:p>
      </dgm:t>
    </dgm:pt>
    <dgm:pt modelId="{6D703077-E17A-42F0-A28E-CDA4C0F1865D}" cxnId="{C24EFD5C-92D4-4649-B497-335B1E0431E2}" type="sibTrans">
      <dgm:prSet/>
      <dgm:spPr/>
      <dgm:t>
        <a:bodyPr/>
        <a:lstStyle/>
        <a:p>
          <a:endParaRPr lang="en-US"/>
        </a:p>
      </dgm:t>
    </dgm:pt>
    <dgm:pt modelId="{651543A3-8595-4E8D-940A-2D56EFD50F28}">
      <dgm:prSet/>
      <dgm:spPr/>
      <dgm:t>
        <a:bodyPr/>
        <a:lstStyle/>
        <a:p>
          <a:r>
            <a:rPr lang="en-US"/>
            <a:t>Clear Presentations of Findings </a:t>
          </a:r>
        </a:p>
      </dgm:t>
    </dgm:pt>
    <dgm:pt modelId="{86065FDC-8213-45FB-98EC-1C9E3B90E1AD}" cxnId="{DC527107-CC02-4ADC-AFE8-9A937E9CB47C}" type="parTrans">
      <dgm:prSet/>
      <dgm:spPr/>
      <dgm:t>
        <a:bodyPr/>
        <a:lstStyle/>
        <a:p>
          <a:endParaRPr lang="en-US"/>
        </a:p>
      </dgm:t>
    </dgm:pt>
    <dgm:pt modelId="{16029439-7DBF-43B8-A542-B8FF4D9A1C12}" cxnId="{DC527107-CC02-4ADC-AFE8-9A937E9CB47C}" type="sibTrans">
      <dgm:prSet/>
      <dgm:spPr/>
      <dgm:t>
        <a:bodyPr/>
        <a:lstStyle/>
        <a:p>
          <a:endParaRPr lang="en-US"/>
        </a:p>
      </dgm:t>
    </dgm:pt>
    <dgm:pt modelId="{6BA9F260-86AF-4C94-A4D2-C8D039559D56}">
      <dgm:prSet/>
      <dgm:spPr/>
      <dgm:t>
        <a:bodyPr/>
        <a:lstStyle/>
        <a:p>
          <a:r>
            <a:rPr lang="en-US"/>
            <a:t>Objective Analyses </a:t>
          </a:r>
        </a:p>
      </dgm:t>
    </dgm:pt>
    <dgm:pt modelId="{B1303C8B-1202-4EE8-B73C-1DAFCFF2AF6C}" cxnId="{DA595E93-2BBD-4A14-9052-494503EB8FD1}" type="parTrans">
      <dgm:prSet/>
      <dgm:spPr/>
      <dgm:t>
        <a:bodyPr/>
        <a:lstStyle/>
        <a:p>
          <a:endParaRPr lang="en-US"/>
        </a:p>
      </dgm:t>
    </dgm:pt>
    <dgm:pt modelId="{B2E71E72-602A-45AB-BD2D-6053244D6023}" cxnId="{DA595E93-2BBD-4A14-9052-494503EB8FD1}" type="sibTrans">
      <dgm:prSet/>
      <dgm:spPr/>
      <dgm:t>
        <a:bodyPr/>
        <a:lstStyle/>
        <a:p>
          <a:endParaRPr lang="en-US"/>
        </a:p>
      </dgm:t>
    </dgm:pt>
    <dgm:pt modelId="{9283A64A-E1DC-4C5F-83E5-468012164D1A}">
      <dgm:prSet/>
      <dgm:spPr/>
      <dgm:t>
        <a:bodyPr/>
        <a:lstStyle/>
        <a:p>
          <a:r>
            <a:rPr lang="en-US"/>
            <a:t>Actionable Recommendations</a:t>
          </a:r>
        </a:p>
      </dgm:t>
    </dgm:pt>
    <dgm:pt modelId="{5B680DF0-C5B7-465B-ADC9-F964192D7867}" cxnId="{1A89D9A7-A393-4E25-8CD8-4C02082E7756}" type="parTrans">
      <dgm:prSet/>
      <dgm:spPr/>
      <dgm:t>
        <a:bodyPr/>
        <a:lstStyle/>
        <a:p>
          <a:endParaRPr lang="en-US"/>
        </a:p>
      </dgm:t>
    </dgm:pt>
    <dgm:pt modelId="{C183276D-9BE1-4CC4-8453-8811800C75FE}" cxnId="{1A89D9A7-A393-4E25-8CD8-4C02082E7756}" type="sibTrans">
      <dgm:prSet/>
      <dgm:spPr/>
      <dgm:t>
        <a:bodyPr/>
        <a:lstStyle/>
        <a:p>
          <a:endParaRPr lang="en-US"/>
        </a:p>
      </dgm:t>
    </dgm:pt>
    <dgm:pt modelId="{2E3EB652-4E38-4276-9147-DC77C70331FC}">
      <dgm:prSet/>
      <dgm:spPr/>
      <dgm:t>
        <a:bodyPr/>
        <a:lstStyle/>
        <a:p>
          <a:r>
            <a:rPr lang="en-US" dirty="0"/>
            <a:t>Proper Citations and Referencing </a:t>
          </a:r>
        </a:p>
      </dgm:t>
    </dgm:pt>
    <dgm:pt modelId="{D977500F-AE1E-429D-940A-DF79898883E8}" cxnId="{056FD5D9-AB6A-4ADE-B758-72FEB3267F6D}" type="parTrans">
      <dgm:prSet/>
      <dgm:spPr/>
      <dgm:t>
        <a:bodyPr/>
        <a:lstStyle/>
        <a:p>
          <a:endParaRPr lang="en-US"/>
        </a:p>
      </dgm:t>
    </dgm:pt>
    <dgm:pt modelId="{20BB37ED-C28A-4F68-9B73-21A652670631}" cxnId="{056FD5D9-AB6A-4ADE-B758-72FEB3267F6D}" type="sibTrans">
      <dgm:prSet/>
      <dgm:spPr/>
      <dgm:t>
        <a:bodyPr/>
        <a:lstStyle/>
        <a:p>
          <a:endParaRPr lang="en-US"/>
        </a:p>
      </dgm:t>
    </dgm:pt>
    <dgm:pt modelId="{C618B098-4BD5-43C2-8D5C-6318B9A8ACBE}">
      <dgm:prSet/>
      <dgm:spPr/>
      <dgm:t>
        <a:bodyPr/>
        <a:lstStyle/>
        <a:p>
          <a:r>
            <a:rPr lang="en-US"/>
            <a:t>Accuracy </a:t>
          </a:r>
        </a:p>
      </dgm:t>
    </dgm:pt>
    <dgm:pt modelId="{3713B3AB-27DC-4A84-B92D-EFDF9A4EF047}" cxnId="{69094D9F-0A85-40FD-A0D2-5A975DED968A}" type="parTrans">
      <dgm:prSet/>
      <dgm:spPr/>
      <dgm:t>
        <a:bodyPr/>
        <a:lstStyle/>
        <a:p>
          <a:endParaRPr lang="en-US"/>
        </a:p>
      </dgm:t>
    </dgm:pt>
    <dgm:pt modelId="{43DF2DFD-491B-442D-856B-DD103BF9DAF1}" cxnId="{69094D9F-0A85-40FD-A0D2-5A975DED968A}" type="sibTrans">
      <dgm:prSet/>
      <dgm:spPr/>
      <dgm:t>
        <a:bodyPr/>
        <a:lstStyle/>
        <a:p>
          <a:endParaRPr lang="en-US"/>
        </a:p>
      </dgm:t>
    </dgm:pt>
    <dgm:pt modelId="{9F4D273E-9614-487B-B7FF-8CC8FE286234}">
      <dgm:prSet/>
      <dgm:spPr/>
      <dgm:t>
        <a:bodyPr/>
        <a:lstStyle/>
        <a:p>
          <a:r>
            <a:rPr lang="en-US"/>
            <a:t>Tailored to the Audience </a:t>
          </a:r>
        </a:p>
      </dgm:t>
    </dgm:pt>
    <dgm:pt modelId="{7AE55949-03D3-4CDB-AA81-E006F5533B4F}" cxnId="{D3F6DA81-1A45-443E-9352-63FD67BA3045}" type="parTrans">
      <dgm:prSet/>
      <dgm:spPr/>
      <dgm:t>
        <a:bodyPr/>
        <a:lstStyle/>
        <a:p>
          <a:endParaRPr lang="en-US"/>
        </a:p>
      </dgm:t>
    </dgm:pt>
    <dgm:pt modelId="{71CB765B-3465-4929-A2DF-1CDC88C7115E}" cxnId="{D3F6DA81-1A45-443E-9352-63FD67BA3045}" type="sibTrans">
      <dgm:prSet/>
      <dgm:spPr/>
      <dgm:t>
        <a:bodyPr/>
        <a:lstStyle/>
        <a:p>
          <a:endParaRPr lang="en-US"/>
        </a:p>
      </dgm:t>
    </dgm:pt>
    <dgm:pt modelId="{E44697E6-7AFF-4E1D-8308-0793B5783E81}">
      <dgm:prSet/>
      <dgm:spPr/>
      <dgm:t>
        <a:bodyPr/>
        <a:lstStyle/>
        <a:p>
          <a:r>
            <a:rPr lang="en-US"/>
            <a:t>Executive summary or an abstract </a:t>
          </a:r>
        </a:p>
      </dgm:t>
    </dgm:pt>
    <dgm:pt modelId="{1DFD84AC-E83D-4B44-8905-E8CA53F34225}" cxnId="{7D320520-231D-48F7-ABA0-4C5F9BA473B3}" type="parTrans">
      <dgm:prSet/>
      <dgm:spPr/>
      <dgm:t>
        <a:bodyPr/>
        <a:lstStyle/>
        <a:p>
          <a:endParaRPr lang="en-US"/>
        </a:p>
      </dgm:t>
    </dgm:pt>
    <dgm:pt modelId="{8CB59D78-6542-4479-99A8-808A88239BC8}" cxnId="{7D320520-231D-48F7-ABA0-4C5F9BA473B3}" type="sibTrans">
      <dgm:prSet/>
      <dgm:spPr/>
      <dgm:t>
        <a:bodyPr/>
        <a:lstStyle/>
        <a:p>
          <a:endParaRPr lang="en-US"/>
        </a:p>
      </dgm:t>
    </dgm:pt>
    <dgm:pt modelId="{79856BF4-1258-4BCF-A236-FEBCAA0E0BFF}">
      <dgm:prSet/>
      <dgm:spPr/>
      <dgm:t>
        <a:bodyPr/>
        <a:lstStyle/>
        <a:p>
          <a:r>
            <a:rPr lang="en-US"/>
            <a:t>Actionable conclusions </a:t>
          </a:r>
        </a:p>
      </dgm:t>
    </dgm:pt>
    <dgm:pt modelId="{717548F0-1334-440A-97D3-2D3A4CA861EB}" cxnId="{A1825163-6A01-468B-851F-0DCAA88B5FE5}" type="parTrans">
      <dgm:prSet/>
      <dgm:spPr/>
      <dgm:t>
        <a:bodyPr/>
        <a:lstStyle/>
        <a:p>
          <a:endParaRPr lang="en-US"/>
        </a:p>
      </dgm:t>
    </dgm:pt>
    <dgm:pt modelId="{25DDE217-0955-4DAA-9EDC-8286384D1037}" cxnId="{A1825163-6A01-468B-851F-0DCAA88B5FE5}" type="sibTrans">
      <dgm:prSet/>
      <dgm:spPr/>
      <dgm:t>
        <a:bodyPr/>
        <a:lstStyle/>
        <a:p>
          <a:endParaRPr lang="en-US"/>
        </a:p>
      </dgm:t>
    </dgm:pt>
    <dgm:pt modelId="{602E19D3-849A-4DD0-97A2-7E2CB6D188B5}" type="pres">
      <dgm:prSet presAssocID="{3A9D3330-E8DC-4E0E-B10F-740E1A4296F3}" presName="Name0" presStyleCnt="0">
        <dgm:presLayoutVars>
          <dgm:dir/>
          <dgm:resizeHandles val="exact"/>
        </dgm:presLayoutVars>
      </dgm:prSet>
      <dgm:spPr/>
    </dgm:pt>
    <dgm:pt modelId="{D2885EF0-FE81-4F54-B5CA-999AE0C0C847}" type="pres">
      <dgm:prSet presAssocID="{BDDE89D3-DE94-4AED-BF0E-EE796F3B3DFD}" presName="node" presStyleLbl="node1" presStyleIdx="0" presStyleCnt="13">
        <dgm:presLayoutVars>
          <dgm:bulletEnabled val="1"/>
        </dgm:presLayoutVars>
      </dgm:prSet>
      <dgm:spPr/>
    </dgm:pt>
    <dgm:pt modelId="{730B4362-E38E-4DC6-823F-AA68180D8594}" type="pres">
      <dgm:prSet presAssocID="{5B8C4D7E-43B7-49FE-ADF3-670EA3163D78}" presName="sibTrans" presStyleLbl="sibTrans1D1" presStyleIdx="0" presStyleCnt="12"/>
      <dgm:spPr/>
    </dgm:pt>
    <dgm:pt modelId="{1C80D177-8C82-443B-9C89-372C77E5FCF4}" type="pres">
      <dgm:prSet presAssocID="{5B8C4D7E-43B7-49FE-ADF3-670EA3163D78}" presName="connectorText" presStyleLbl="sibTrans1D1" presStyleIdx="0" presStyleCnt="12"/>
      <dgm:spPr/>
    </dgm:pt>
    <dgm:pt modelId="{B14CA61B-C280-4337-A9B1-DBFF934B3FA1}" type="pres">
      <dgm:prSet presAssocID="{BC7A4F89-4D83-4A78-A3EF-0C52986121B7}" presName="node" presStyleLbl="node1" presStyleIdx="1" presStyleCnt="13">
        <dgm:presLayoutVars>
          <dgm:bulletEnabled val="1"/>
        </dgm:presLayoutVars>
      </dgm:prSet>
      <dgm:spPr/>
    </dgm:pt>
    <dgm:pt modelId="{ABD51A27-F083-4EFC-BB81-50ED70F66023}" type="pres">
      <dgm:prSet presAssocID="{EFDAB834-1DA9-4C7F-94A1-02407C832847}" presName="sibTrans" presStyleLbl="sibTrans1D1" presStyleIdx="1" presStyleCnt="12"/>
      <dgm:spPr/>
    </dgm:pt>
    <dgm:pt modelId="{3DC3A705-67CB-4CFE-815A-05BEE79815FA}" type="pres">
      <dgm:prSet presAssocID="{EFDAB834-1DA9-4C7F-94A1-02407C832847}" presName="connectorText" presStyleLbl="sibTrans1D1" presStyleIdx="1" presStyleCnt="12"/>
      <dgm:spPr/>
    </dgm:pt>
    <dgm:pt modelId="{56731098-2BE7-4DF1-8934-C64E82937A60}" type="pres">
      <dgm:prSet presAssocID="{0A9B47AF-5D83-4FA3-A2B5-147FC899B162}" presName="node" presStyleLbl="node1" presStyleIdx="2" presStyleCnt="13">
        <dgm:presLayoutVars>
          <dgm:bulletEnabled val="1"/>
        </dgm:presLayoutVars>
      </dgm:prSet>
      <dgm:spPr/>
    </dgm:pt>
    <dgm:pt modelId="{BE001408-748C-4965-A7BA-DB6E368AF19B}" type="pres">
      <dgm:prSet presAssocID="{398489DE-D50B-4139-860B-8DBCDBF0031C}" presName="sibTrans" presStyleLbl="sibTrans1D1" presStyleIdx="2" presStyleCnt="12"/>
      <dgm:spPr/>
    </dgm:pt>
    <dgm:pt modelId="{C2498372-EC2B-4396-B17E-C9B2F5870DA5}" type="pres">
      <dgm:prSet presAssocID="{398489DE-D50B-4139-860B-8DBCDBF0031C}" presName="connectorText" presStyleLbl="sibTrans1D1" presStyleIdx="2" presStyleCnt="12"/>
      <dgm:spPr/>
    </dgm:pt>
    <dgm:pt modelId="{415991C0-FB73-432F-B6ED-7B06DDC69476}" type="pres">
      <dgm:prSet presAssocID="{0E59A670-4EBF-4A2D-918E-0090F37109B9}" presName="node" presStyleLbl="node1" presStyleIdx="3" presStyleCnt="13">
        <dgm:presLayoutVars>
          <dgm:bulletEnabled val="1"/>
        </dgm:presLayoutVars>
      </dgm:prSet>
      <dgm:spPr/>
    </dgm:pt>
    <dgm:pt modelId="{ADEB735A-975B-4622-8BEF-0A5B7251FF6C}" type="pres">
      <dgm:prSet presAssocID="{CEB3EAA7-9B8D-431E-899B-313CD4DF978E}" presName="sibTrans" presStyleLbl="sibTrans1D1" presStyleIdx="3" presStyleCnt="12"/>
      <dgm:spPr/>
    </dgm:pt>
    <dgm:pt modelId="{E49AAD43-2339-4867-B0B7-F7D1664E3643}" type="pres">
      <dgm:prSet presAssocID="{CEB3EAA7-9B8D-431E-899B-313CD4DF978E}" presName="connectorText" presStyleLbl="sibTrans1D1" presStyleIdx="3" presStyleCnt="12"/>
      <dgm:spPr/>
    </dgm:pt>
    <dgm:pt modelId="{9F1139DE-F5F8-4291-83ED-A221D789CD91}" type="pres">
      <dgm:prSet presAssocID="{08DFF7ED-8162-4982-B3A5-21C0EFA3832B}" presName="node" presStyleLbl="node1" presStyleIdx="4" presStyleCnt="13">
        <dgm:presLayoutVars>
          <dgm:bulletEnabled val="1"/>
        </dgm:presLayoutVars>
      </dgm:prSet>
      <dgm:spPr/>
    </dgm:pt>
    <dgm:pt modelId="{44174BA1-22BF-48FF-A561-23D4EBAE172A}" type="pres">
      <dgm:prSet presAssocID="{6D703077-E17A-42F0-A28E-CDA4C0F1865D}" presName="sibTrans" presStyleLbl="sibTrans1D1" presStyleIdx="4" presStyleCnt="12"/>
      <dgm:spPr/>
    </dgm:pt>
    <dgm:pt modelId="{7FDEA758-1F50-462B-B7C5-B6CD5D4E5A05}" type="pres">
      <dgm:prSet presAssocID="{6D703077-E17A-42F0-A28E-CDA4C0F1865D}" presName="connectorText" presStyleLbl="sibTrans1D1" presStyleIdx="4" presStyleCnt="12"/>
      <dgm:spPr/>
    </dgm:pt>
    <dgm:pt modelId="{58B4BA31-9600-49B8-8415-FA0227CA22DF}" type="pres">
      <dgm:prSet presAssocID="{651543A3-8595-4E8D-940A-2D56EFD50F28}" presName="node" presStyleLbl="node1" presStyleIdx="5" presStyleCnt="13">
        <dgm:presLayoutVars>
          <dgm:bulletEnabled val="1"/>
        </dgm:presLayoutVars>
      </dgm:prSet>
      <dgm:spPr/>
    </dgm:pt>
    <dgm:pt modelId="{5BABDE5F-7AC5-4DE3-8D80-AF743D45B8B6}" type="pres">
      <dgm:prSet presAssocID="{16029439-7DBF-43B8-A542-B8FF4D9A1C12}" presName="sibTrans" presStyleLbl="sibTrans1D1" presStyleIdx="5" presStyleCnt="12"/>
      <dgm:spPr/>
    </dgm:pt>
    <dgm:pt modelId="{5B4B0FBB-B202-4770-A6F2-ED30306FC33C}" type="pres">
      <dgm:prSet presAssocID="{16029439-7DBF-43B8-A542-B8FF4D9A1C12}" presName="connectorText" presStyleLbl="sibTrans1D1" presStyleIdx="5" presStyleCnt="12"/>
      <dgm:spPr/>
    </dgm:pt>
    <dgm:pt modelId="{DD429289-D343-48D5-9777-DF7CFC15B3CD}" type="pres">
      <dgm:prSet presAssocID="{6BA9F260-86AF-4C94-A4D2-C8D039559D56}" presName="node" presStyleLbl="node1" presStyleIdx="6" presStyleCnt="13">
        <dgm:presLayoutVars>
          <dgm:bulletEnabled val="1"/>
        </dgm:presLayoutVars>
      </dgm:prSet>
      <dgm:spPr/>
    </dgm:pt>
    <dgm:pt modelId="{87B2B603-FF4B-4835-9BE3-D4C35774CCB3}" type="pres">
      <dgm:prSet presAssocID="{B2E71E72-602A-45AB-BD2D-6053244D6023}" presName="sibTrans" presStyleLbl="sibTrans1D1" presStyleIdx="6" presStyleCnt="12"/>
      <dgm:spPr/>
    </dgm:pt>
    <dgm:pt modelId="{F92B01C5-545F-4B0B-A245-FA3BD4B08A7A}" type="pres">
      <dgm:prSet presAssocID="{B2E71E72-602A-45AB-BD2D-6053244D6023}" presName="connectorText" presStyleLbl="sibTrans1D1" presStyleIdx="6" presStyleCnt="12"/>
      <dgm:spPr/>
    </dgm:pt>
    <dgm:pt modelId="{8EAA8164-6BF1-473F-80BD-86506864B6FA}" type="pres">
      <dgm:prSet presAssocID="{9283A64A-E1DC-4C5F-83E5-468012164D1A}" presName="node" presStyleLbl="node1" presStyleIdx="7" presStyleCnt="13">
        <dgm:presLayoutVars>
          <dgm:bulletEnabled val="1"/>
        </dgm:presLayoutVars>
      </dgm:prSet>
      <dgm:spPr/>
    </dgm:pt>
    <dgm:pt modelId="{FF2191FF-4D99-4E4C-B5B3-146DA6AA5FA4}" type="pres">
      <dgm:prSet presAssocID="{C183276D-9BE1-4CC4-8453-8811800C75FE}" presName="sibTrans" presStyleLbl="sibTrans1D1" presStyleIdx="7" presStyleCnt="12"/>
      <dgm:spPr/>
    </dgm:pt>
    <dgm:pt modelId="{A7B4A6AD-8BB3-4367-9548-20A5E214E461}" type="pres">
      <dgm:prSet presAssocID="{C183276D-9BE1-4CC4-8453-8811800C75FE}" presName="connectorText" presStyleLbl="sibTrans1D1" presStyleIdx="7" presStyleCnt="12"/>
      <dgm:spPr/>
    </dgm:pt>
    <dgm:pt modelId="{A8736B46-B164-4B51-8FAF-CB1FA966CF05}" type="pres">
      <dgm:prSet presAssocID="{2E3EB652-4E38-4276-9147-DC77C70331FC}" presName="node" presStyleLbl="node1" presStyleIdx="8" presStyleCnt="13">
        <dgm:presLayoutVars>
          <dgm:bulletEnabled val="1"/>
        </dgm:presLayoutVars>
      </dgm:prSet>
      <dgm:spPr/>
    </dgm:pt>
    <dgm:pt modelId="{1561529B-AFC1-4045-9B69-BCD1BBEA4795}" type="pres">
      <dgm:prSet presAssocID="{20BB37ED-C28A-4F68-9B73-21A652670631}" presName="sibTrans" presStyleLbl="sibTrans1D1" presStyleIdx="8" presStyleCnt="12"/>
      <dgm:spPr/>
    </dgm:pt>
    <dgm:pt modelId="{099BE37A-6B68-46F8-A1CE-FFDFDC82D1D7}" type="pres">
      <dgm:prSet presAssocID="{20BB37ED-C28A-4F68-9B73-21A652670631}" presName="connectorText" presStyleLbl="sibTrans1D1" presStyleIdx="8" presStyleCnt="12"/>
      <dgm:spPr/>
    </dgm:pt>
    <dgm:pt modelId="{33D7AE02-1EE5-4B24-A7CC-FA7814081F7F}" type="pres">
      <dgm:prSet presAssocID="{C618B098-4BD5-43C2-8D5C-6318B9A8ACBE}" presName="node" presStyleLbl="node1" presStyleIdx="9" presStyleCnt="13">
        <dgm:presLayoutVars>
          <dgm:bulletEnabled val="1"/>
        </dgm:presLayoutVars>
      </dgm:prSet>
      <dgm:spPr/>
    </dgm:pt>
    <dgm:pt modelId="{BE22E03F-ADF8-4DFA-A1D6-20006F434C76}" type="pres">
      <dgm:prSet presAssocID="{43DF2DFD-491B-442D-856B-DD103BF9DAF1}" presName="sibTrans" presStyleLbl="sibTrans1D1" presStyleIdx="9" presStyleCnt="12"/>
      <dgm:spPr/>
    </dgm:pt>
    <dgm:pt modelId="{84D345DB-F867-40BD-850E-760F1A9FDD60}" type="pres">
      <dgm:prSet presAssocID="{43DF2DFD-491B-442D-856B-DD103BF9DAF1}" presName="connectorText" presStyleLbl="sibTrans1D1" presStyleIdx="9" presStyleCnt="12"/>
      <dgm:spPr/>
    </dgm:pt>
    <dgm:pt modelId="{FA441267-F726-4544-B722-4224D80E3435}" type="pres">
      <dgm:prSet presAssocID="{9F4D273E-9614-487B-B7FF-8CC8FE286234}" presName="node" presStyleLbl="node1" presStyleIdx="10" presStyleCnt="13">
        <dgm:presLayoutVars>
          <dgm:bulletEnabled val="1"/>
        </dgm:presLayoutVars>
      </dgm:prSet>
      <dgm:spPr/>
    </dgm:pt>
    <dgm:pt modelId="{EE7B5CCF-BB4D-4F1D-A339-67B6A6C6F943}" type="pres">
      <dgm:prSet presAssocID="{71CB765B-3465-4929-A2DF-1CDC88C7115E}" presName="sibTrans" presStyleLbl="sibTrans1D1" presStyleIdx="10" presStyleCnt="12"/>
      <dgm:spPr/>
    </dgm:pt>
    <dgm:pt modelId="{5DA1F617-0D66-4980-9A46-E62238F07A0F}" type="pres">
      <dgm:prSet presAssocID="{71CB765B-3465-4929-A2DF-1CDC88C7115E}" presName="connectorText" presStyleLbl="sibTrans1D1" presStyleIdx="10" presStyleCnt="12"/>
      <dgm:spPr/>
    </dgm:pt>
    <dgm:pt modelId="{C4461AD6-19B5-44DE-AABF-EBB107F83C17}" type="pres">
      <dgm:prSet presAssocID="{E44697E6-7AFF-4E1D-8308-0793B5783E81}" presName="node" presStyleLbl="node1" presStyleIdx="11" presStyleCnt="13">
        <dgm:presLayoutVars>
          <dgm:bulletEnabled val="1"/>
        </dgm:presLayoutVars>
      </dgm:prSet>
      <dgm:spPr/>
    </dgm:pt>
    <dgm:pt modelId="{0A50DF21-A2A7-4CD9-866D-5791104EB16A}" type="pres">
      <dgm:prSet presAssocID="{8CB59D78-6542-4479-99A8-808A88239BC8}" presName="sibTrans" presStyleLbl="sibTrans1D1" presStyleIdx="11" presStyleCnt="12"/>
      <dgm:spPr/>
    </dgm:pt>
    <dgm:pt modelId="{F1AEE84E-9CAF-4BBA-8D1E-AAB4F5AB3197}" type="pres">
      <dgm:prSet presAssocID="{8CB59D78-6542-4479-99A8-808A88239BC8}" presName="connectorText" presStyleLbl="sibTrans1D1" presStyleIdx="11" presStyleCnt="12"/>
      <dgm:spPr/>
    </dgm:pt>
    <dgm:pt modelId="{EA16C78A-CEF9-4BDA-A059-AD2E2FC9139C}" type="pres">
      <dgm:prSet presAssocID="{79856BF4-1258-4BCF-A236-FEBCAA0E0BFF}" presName="node" presStyleLbl="node1" presStyleIdx="12" presStyleCnt="13">
        <dgm:presLayoutVars>
          <dgm:bulletEnabled val="1"/>
        </dgm:presLayoutVars>
      </dgm:prSet>
      <dgm:spPr/>
    </dgm:pt>
  </dgm:ptLst>
  <dgm:cxnLst>
    <dgm:cxn modelId="{3DDC1A01-CB3F-4CF8-B93D-BE69E37CF7CA}" type="presOf" srcId="{20BB37ED-C28A-4F68-9B73-21A652670631}" destId="{099BE37A-6B68-46F8-A1CE-FFDFDC82D1D7}" srcOrd="1" destOrd="0" presId="urn:microsoft.com/office/officeart/2016/7/layout/RepeatingBendingProcessNew"/>
    <dgm:cxn modelId="{DC527107-CC02-4ADC-AFE8-9A937E9CB47C}" srcId="{3A9D3330-E8DC-4E0E-B10F-740E1A4296F3}" destId="{651543A3-8595-4E8D-940A-2D56EFD50F28}" srcOrd="5" destOrd="0" parTransId="{86065FDC-8213-45FB-98EC-1C9E3B90E1AD}" sibTransId="{16029439-7DBF-43B8-A542-B8FF4D9A1C12}"/>
    <dgm:cxn modelId="{A76D8E08-099B-476B-BF7D-3F92DF4B80DF}" srcId="{3A9D3330-E8DC-4E0E-B10F-740E1A4296F3}" destId="{0E59A670-4EBF-4A2D-918E-0090F37109B9}" srcOrd="3" destOrd="0" parTransId="{410FBBCC-952E-4DF1-9664-E69E73D2E1FD}" sibTransId="{CEB3EAA7-9B8D-431E-899B-313CD4DF978E}"/>
    <dgm:cxn modelId="{B256A109-51BC-49A3-8F8E-90D05967AAC6}" type="presOf" srcId="{6BA9F260-86AF-4C94-A4D2-C8D039559D56}" destId="{DD429289-D343-48D5-9777-DF7CFC15B3CD}" srcOrd="0" destOrd="0" presId="urn:microsoft.com/office/officeart/2016/7/layout/RepeatingBendingProcessNew"/>
    <dgm:cxn modelId="{48EB860E-0A9E-4B8D-AA83-110B39E4CA58}" type="presOf" srcId="{C618B098-4BD5-43C2-8D5C-6318B9A8ACBE}" destId="{33D7AE02-1EE5-4B24-A7CC-FA7814081F7F}" srcOrd="0" destOrd="0" presId="urn:microsoft.com/office/officeart/2016/7/layout/RepeatingBendingProcessNew"/>
    <dgm:cxn modelId="{42EAF311-7FD9-4A65-A2CD-ADC61D97CF5C}" type="presOf" srcId="{2E3EB652-4E38-4276-9147-DC77C70331FC}" destId="{A8736B46-B164-4B51-8FAF-CB1FA966CF05}" srcOrd="0" destOrd="0" presId="urn:microsoft.com/office/officeart/2016/7/layout/RepeatingBendingProcessNew"/>
    <dgm:cxn modelId="{EC19441A-BE40-4487-AAA0-205042A6079D}" type="presOf" srcId="{6D703077-E17A-42F0-A28E-CDA4C0F1865D}" destId="{7FDEA758-1F50-462B-B7C5-B6CD5D4E5A05}" srcOrd="1" destOrd="0" presId="urn:microsoft.com/office/officeart/2016/7/layout/RepeatingBendingProcessNew"/>
    <dgm:cxn modelId="{7D320520-231D-48F7-ABA0-4C5F9BA473B3}" srcId="{3A9D3330-E8DC-4E0E-B10F-740E1A4296F3}" destId="{E44697E6-7AFF-4E1D-8308-0793B5783E81}" srcOrd="11" destOrd="0" parTransId="{1DFD84AC-E83D-4B44-8905-E8CA53F34225}" sibTransId="{8CB59D78-6542-4479-99A8-808A88239BC8}"/>
    <dgm:cxn modelId="{B5F56A24-F547-43B5-83EA-D28386090844}" type="presOf" srcId="{20BB37ED-C28A-4F68-9B73-21A652670631}" destId="{1561529B-AFC1-4045-9B69-BCD1BBEA4795}" srcOrd="0" destOrd="0" presId="urn:microsoft.com/office/officeart/2016/7/layout/RepeatingBendingProcessNew"/>
    <dgm:cxn modelId="{3A5EF526-D553-4E2E-9391-A468554DD80D}" type="presOf" srcId="{43DF2DFD-491B-442D-856B-DD103BF9DAF1}" destId="{BE22E03F-ADF8-4DFA-A1D6-20006F434C76}" srcOrd="0" destOrd="0" presId="urn:microsoft.com/office/officeart/2016/7/layout/RepeatingBendingProcessNew"/>
    <dgm:cxn modelId="{566EA429-68B7-4FFB-81B1-1B0325E53D99}" type="presOf" srcId="{0A9B47AF-5D83-4FA3-A2B5-147FC899B162}" destId="{56731098-2BE7-4DF1-8934-C64E82937A60}" srcOrd="0" destOrd="0" presId="urn:microsoft.com/office/officeart/2016/7/layout/RepeatingBendingProcessNew"/>
    <dgm:cxn modelId="{E5A3BC2D-E379-499E-B063-4A6D7F28EA2F}" srcId="{3A9D3330-E8DC-4E0E-B10F-740E1A4296F3}" destId="{BC7A4F89-4D83-4A78-A3EF-0C52986121B7}" srcOrd="1" destOrd="0" parTransId="{026DABC7-F8EB-48E1-8D16-82C07892AD6B}" sibTransId="{EFDAB834-1DA9-4C7F-94A1-02407C832847}"/>
    <dgm:cxn modelId="{EBE23C3A-77ED-4D6C-BA45-FAAE219E9238}" type="presOf" srcId="{CEB3EAA7-9B8D-431E-899B-313CD4DF978E}" destId="{E49AAD43-2339-4867-B0B7-F7D1664E3643}" srcOrd="1" destOrd="0" presId="urn:microsoft.com/office/officeart/2016/7/layout/RepeatingBendingProcessNew"/>
    <dgm:cxn modelId="{C24EFD5C-92D4-4649-B497-335B1E0431E2}" srcId="{3A9D3330-E8DC-4E0E-B10F-740E1A4296F3}" destId="{08DFF7ED-8162-4982-B3A5-21C0EFA3832B}" srcOrd="4" destOrd="0" parTransId="{0D39474F-8ED8-46A3-B39B-29F9A053BCBD}" sibTransId="{6D703077-E17A-42F0-A28E-CDA4C0F1865D}"/>
    <dgm:cxn modelId="{A1825163-6A01-468B-851F-0DCAA88B5FE5}" srcId="{3A9D3330-E8DC-4E0E-B10F-740E1A4296F3}" destId="{79856BF4-1258-4BCF-A236-FEBCAA0E0BFF}" srcOrd="12" destOrd="0" parTransId="{717548F0-1334-440A-97D3-2D3A4CA861EB}" sibTransId="{25DDE217-0955-4DAA-9EDC-8286384D1037}"/>
    <dgm:cxn modelId="{EEDD0266-8E4B-4882-AE93-F635033C1ED3}" type="presOf" srcId="{8CB59D78-6542-4479-99A8-808A88239BC8}" destId="{0A50DF21-A2A7-4CD9-866D-5791104EB16A}" srcOrd="0" destOrd="0" presId="urn:microsoft.com/office/officeart/2016/7/layout/RepeatingBendingProcessNew"/>
    <dgm:cxn modelId="{76F79848-CF52-4D72-B21F-BB9BAB8AB461}" type="presOf" srcId="{08DFF7ED-8162-4982-B3A5-21C0EFA3832B}" destId="{9F1139DE-F5F8-4291-83ED-A221D789CD91}" srcOrd="0" destOrd="0" presId="urn:microsoft.com/office/officeart/2016/7/layout/RepeatingBendingProcessNew"/>
    <dgm:cxn modelId="{B80EE968-C40F-48D8-9B8E-AF02560171B7}" type="presOf" srcId="{E44697E6-7AFF-4E1D-8308-0793B5783E81}" destId="{C4461AD6-19B5-44DE-AABF-EBB107F83C17}" srcOrd="0" destOrd="0" presId="urn:microsoft.com/office/officeart/2016/7/layout/RepeatingBendingProcessNew"/>
    <dgm:cxn modelId="{8CFAAC6B-CD69-4BA4-B68D-A74A66390990}" type="presOf" srcId="{79856BF4-1258-4BCF-A236-FEBCAA0E0BFF}" destId="{EA16C78A-CEF9-4BDA-A059-AD2E2FC9139C}" srcOrd="0" destOrd="0" presId="urn:microsoft.com/office/officeart/2016/7/layout/RepeatingBendingProcessNew"/>
    <dgm:cxn modelId="{95DB514D-174A-47E5-A662-C2F181340895}" type="presOf" srcId="{3A9D3330-E8DC-4E0E-B10F-740E1A4296F3}" destId="{602E19D3-849A-4DD0-97A2-7E2CB6D188B5}" srcOrd="0" destOrd="0" presId="urn:microsoft.com/office/officeart/2016/7/layout/RepeatingBendingProcessNew"/>
    <dgm:cxn modelId="{02C9E570-F76B-4E75-B577-9874E3D26921}" type="presOf" srcId="{EFDAB834-1DA9-4C7F-94A1-02407C832847}" destId="{ABD51A27-F083-4EFC-BB81-50ED70F66023}" srcOrd="0" destOrd="0" presId="urn:microsoft.com/office/officeart/2016/7/layout/RepeatingBendingProcessNew"/>
    <dgm:cxn modelId="{E7C84653-D10C-4184-B356-F86E017A0C45}" type="presOf" srcId="{B2E71E72-602A-45AB-BD2D-6053244D6023}" destId="{87B2B603-FF4B-4835-9BE3-D4C35774CCB3}" srcOrd="0" destOrd="0" presId="urn:microsoft.com/office/officeart/2016/7/layout/RepeatingBendingProcessNew"/>
    <dgm:cxn modelId="{2F127573-974A-4D54-B524-FF2504D6E4B3}" type="presOf" srcId="{71CB765B-3465-4929-A2DF-1CDC88C7115E}" destId="{5DA1F617-0D66-4980-9A46-E62238F07A0F}" srcOrd="1" destOrd="0" presId="urn:microsoft.com/office/officeart/2016/7/layout/RepeatingBendingProcessNew"/>
    <dgm:cxn modelId="{A5935454-C067-4B99-B0DE-70DB70E12445}" type="presOf" srcId="{EFDAB834-1DA9-4C7F-94A1-02407C832847}" destId="{3DC3A705-67CB-4CFE-815A-05BEE79815FA}" srcOrd="1" destOrd="0" presId="urn:microsoft.com/office/officeart/2016/7/layout/RepeatingBendingProcessNew"/>
    <dgm:cxn modelId="{D3F6DA81-1A45-443E-9352-63FD67BA3045}" srcId="{3A9D3330-E8DC-4E0E-B10F-740E1A4296F3}" destId="{9F4D273E-9614-487B-B7FF-8CC8FE286234}" srcOrd="10" destOrd="0" parTransId="{7AE55949-03D3-4CDB-AA81-E006F5533B4F}" sibTransId="{71CB765B-3465-4929-A2DF-1CDC88C7115E}"/>
    <dgm:cxn modelId="{F234B483-FFB2-4B30-82A8-4FA5CCD6630C}" type="presOf" srcId="{16029439-7DBF-43B8-A542-B8FF4D9A1C12}" destId="{5B4B0FBB-B202-4770-A6F2-ED30306FC33C}" srcOrd="1" destOrd="0" presId="urn:microsoft.com/office/officeart/2016/7/layout/RepeatingBendingProcessNew"/>
    <dgm:cxn modelId="{6E0B9390-1B33-4088-886F-4C97B1B91928}" type="presOf" srcId="{6D703077-E17A-42F0-A28E-CDA4C0F1865D}" destId="{44174BA1-22BF-48FF-A561-23D4EBAE172A}" srcOrd="0" destOrd="0" presId="urn:microsoft.com/office/officeart/2016/7/layout/RepeatingBendingProcessNew"/>
    <dgm:cxn modelId="{DA595E93-2BBD-4A14-9052-494503EB8FD1}" srcId="{3A9D3330-E8DC-4E0E-B10F-740E1A4296F3}" destId="{6BA9F260-86AF-4C94-A4D2-C8D039559D56}" srcOrd="6" destOrd="0" parTransId="{B1303C8B-1202-4EE8-B73C-1DAFCFF2AF6C}" sibTransId="{B2E71E72-602A-45AB-BD2D-6053244D6023}"/>
    <dgm:cxn modelId="{C96AA193-0DE0-4CF7-9F5D-7E9D5872B432}" type="presOf" srcId="{398489DE-D50B-4139-860B-8DBCDBF0031C}" destId="{BE001408-748C-4965-A7BA-DB6E368AF19B}" srcOrd="0" destOrd="0" presId="urn:microsoft.com/office/officeart/2016/7/layout/RepeatingBendingProcessNew"/>
    <dgm:cxn modelId="{D094AE95-A3CB-4F6D-9134-9A4B61B8A262}" type="presOf" srcId="{9F4D273E-9614-487B-B7FF-8CC8FE286234}" destId="{FA441267-F726-4544-B722-4224D80E3435}" srcOrd="0" destOrd="0" presId="urn:microsoft.com/office/officeart/2016/7/layout/RepeatingBendingProcessNew"/>
    <dgm:cxn modelId="{69094D9F-0A85-40FD-A0D2-5A975DED968A}" srcId="{3A9D3330-E8DC-4E0E-B10F-740E1A4296F3}" destId="{C618B098-4BD5-43C2-8D5C-6318B9A8ACBE}" srcOrd="9" destOrd="0" parTransId="{3713B3AB-27DC-4A84-B92D-EFDF9A4EF047}" sibTransId="{43DF2DFD-491B-442D-856B-DD103BF9DAF1}"/>
    <dgm:cxn modelId="{FF5DB0A5-809E-4EE7-BE0E-BD5050E789B5}" srcId="{3A9D3330-E8DC-4E0E-B10F-740E1A4296F3}" destId="{0A9B47AF-5D83-4FA3-A2B5-147FC899B162}" srcOrd="2" destOrd="0" parTransId="{97200E87-BA79-4292-80C5-2FE64FA8EB1E}" sibTransId="{398489DE-D50B-4139-860B-8DBCDBF0031C}"/>
    <dgm:cxn modelId="{F84AC0A5-F089-4C19-BCE5-285918AF8793}" type="presOf" srcId="{16029439-7DBF-43B8-A542-B8FF4D9A1C12}" destId="{5BABDE5F-7AC5-4DE3-8D80-AF743D45B8B6}" srcOrd="0" destOrd="0" presId="urn:microsoft.com/office/officeart/2016/7/layout/RepeatingBendingProcessNew"/>
    <dgm:cxn modelId="{47667AA7-92E1-4578-9288-446D52BB8D17}" srcId="{3A9D3330-E8DC-4E0E-B10F-740E1A4296F3}" destId="{BDDE89D3-DE94-4AED-BF0E-EE796F3B3DFD}" srcOrd="0" destOrd="0" parTransId="{12E967F2-ECF1-45CB-8104-08D3D6CE1B4A}" sibTransId="{5B8C4D7E-43B7-49FE-ADF3-670EA3163D78}"/>
    <dgm:cxn modelId="{1A89D9A7-A393-4E25-8CD8-4C02082E7756}" srcId="{3A9D3330-E8DC-4E0E-B10F-740E1A4296F3}" destId="{9283A64A-E1DC-4C5F-83E5-468012164D1A}" srcOrd="7" destOrd="0" parTransId="{5B680DF0-C5B7-465B-ADC9-F964192D7867}" sibTransId="{C183276D-9BE1-4CC4-8453-8811800C75FE}"/>
    <dgm:cxn modelId="{D8AC2BAE-D579-4DE9-A56E-2B9C03DA4ADC}" type="presOf" srcId="{BDDE89D3-DE94-4AED-BF0E-EE796F3B3DFD}" destId="{D2885EF0-FE81-4F54-B5CA-999AE0C0C847}" srcOrd="0" destOrd="0" presId="urn:microsoft.com/office/officeart/2016/7/layout/RepeatingBendingProcessNew"/>
    <dgm:cxn modelId="{1B5F27AF-6925-4D58-9E49-E238202CB67A}" type="presOf" srcId="{398489DE-D50B-4139-860B-8DBCDBF0031C}" destId="{C2498372-EC2B-4396-B17E-C9B2F5870DA5}" srcOrd="1" destOrd="0" presId="urn:microsoft.com/office/officeart/2016/7/layout/RepeatingBendingProcessNew"/>
    <dgm:cxn modelId="{9F6F89B5-A9DD-4783-B35B-C0733F4A6467}" type="presOf" srcId="{0E59A670-4EBF-4A2D-918E-0090F37109B9}" destId="{415991C0-FB73-432F-B6ED-7B06DDC69476}" srcOrd="0" destOrd="0" presId="urn:microsoft.com/office/officeart/2016/7/layout/RepeatingBendingProcessNew"/>
    <dgm:cxn modelId="{A6363AB9-8209-43B1-92D5-EB2C0CC95681}" type="presOf" srcId="{8CB59D78-6542-4479-99A8-808A88239BC8}" destId="{F1AEE84E-9CAF-4BBA-8D1E-AAB4F5AB3197}" srcOrd="1" destOrd="0" presId="urn:microsoft.com/office/officeart/2016/7/layout/RepeatingBendingProcessNew"/>
    <dgm:cxn modelId="{E7486FB9-785B-49A7-9EAA-ADDAA5B56885}" type="presOf" srcId="{CEB3EAA7-9B8D-431E-899B-313CD4DF978E}" destId="{ADEB735A-975B-4622-8BEF-0A5B7251FF6C}" srcOrd="0" destOrd="0" presId="urn:microsoft.com/office/officeart/2016/7/layout/RepeatingBendingProcessNew"/>
    <dgm:cxn modelId="{056FD5D9-AB6A-4ADE-B758-72FEB3267F6D}" srcId="{3A9D3330-E8DC-4E0E-B10F-740E1A4296F3}" destId="{2E3EB652-4E38-4276-9147-DC77C70331FC}" srcOrd="8" destOrd="0" parTransId="{D977500F-AE1E-429D-940A-DF79898883E8}" sibTransId="{20BB37ED-C28A-4F68-9B73-21A652670631}"/>
    <dgm:cxn modelId="{B51D71DF-C292-4C7A-832E-FDDEE9F0B1C5}" type="presOf" srcId="{71CB765B-3465-4929-A2DF-1CDC88C7115E}" destId="{EE7B5CCF-BB4D-4F1D-A339-67B6A6C6F943}" srcOrd="0" destOrd="0" presId="urn:microsoft.com/office/officeart/2016/7/layout/RepeatingBendingProcessNew"/>
    <dgm:cxn modelId="{6C42AAE0-21F5-42C2-B229-765C993C1A85}" type="presOf" srcId="{C183276D-9BE1-4CC4-8453-8811800C75FE}" destId="{A7B4A6AD-8BB3-4367-9548-20A5E214E461}" srcOrd="1" destOrd="0" presId="urn:microsoft.com/office/officeart/2016/7/layout/RepeatingBendingProcessNew"/>
    <dgm:cxn modelId="{54A426E4-312D-4A24-ACE9-F034B3F01CD2}" type="presOf" srcId="{5B8C4D7E-43B7-49FE-ADF3-670EA3163D78}" destId="{730B4362-E38E-4DC6-823F-AA68180D8594}" srcOrd="0" destOrd="0" presId="urn:microsoft.com/office/officeart/2016/7/layout/RepeatingBendingProcessNew"/>
    <dgm:cxn modelId="{97092BE4-DAA4-460D-8141-69770AF8E9AB}" type="presOf" srcId="{9283A64A-E1DC-4C5F-83E5-468012164D1A}" destId="{8EAA8164-6BF1-473F-80BD-86506864B6FA}" srcOrd="0" destOrd="0" presId="urn:microsoft.com/office/officeart/2016/7/layout/RepeatingBendingProcessNew"/>
    <dgm:cxn modelId="{1AEB3EE6-256B-4A4F-BDAC-62726CFC25C8}" type="presOf" srcId="{43DF2DFD-491B-442D-856B-DD103BF9DAF1}" destId="{84D345DB-F867-40BD-850E-760F1A9FDD60}" srcOrd="1" destOrd="0" presId="urn:microsoft.com/office/officeart/2016/7/layout/RepeatingBendingProcessNew"/>
    <dgm:cxn modelId="{91A989E8-8AD6-49AB-B3B9-93682794AA4F}" type="presOf" srcId="{651543A3-8595-4E8D-940A-2D56EFD50F28}" destId="{58B4BA31-9600-49B8-8415-FA0227CA22DF}" srcOrd="0" destOrd="0" presId="urn:microsoft.com/office/officeart/2016/7/layout/RepeatingBendingProcessNew"/>
    <dgm:cxn modelId="{A5DB43EA-5D73-44C6-9575-3170314024EF}" type="presOf" srcId="{B2E71E72-602A-45AB-BD2D-6053244D6023}" destId="{F92B01C5-545F-4B0B-A245-FA3BD4B08A7A}" srcOrd="1" destOrd="0" presId="urn:microsoft.com/office/officeart/2016/7/layout/RepeatingBendingProcessNew"/>
    <dgm:cxn modelId="{5AB7F9F4-96FA-46E6-9412-F34315BD5B55}" type="presOf" srcId="{BC7A4F89-4D83-4A78-A3EF-0C52986121B7}" destId="{B14CA61B-C280-4337-A9B1-DBFF934B3FA1}" srcOrd="0" destOrd="0" presId="urn:microsoft.com/office/officeart/2016/7/layout/RepeatingBendingProcessNew"/>
    <dgm:cxn modelId="{F4FDCAF6-5735-40CD-BC8D-40CC479F4335}" type="presOf" srcId="{5B8C4D7E-43B7-49FE-ADF3-670EA3163D78}" destId="{1C80D177-8C82-443B-9C89-372C77E5FCF4}" srcOrd="1" destOrd="0" presId="urn:microsoft.com/office/officeart/2016/7/layout/RepeatingBendingProcessNew"/>
    <dgm:cxn modelId="{4B1B11F7-11D2-443A-8E00-FC27D0898D14}" type="presOf" srcId="{C183276D-9BE1-4CC4-8453-8811800C75FE}" destId="{FF2191FF-4D99-4E4C-B5B3-146DA6AA5FA4}" srcOrd="0" destOrd="0" presId="urn:microsoft.com/office/officeart/2016/7/layout/RepeatingBendingProcessNew"/>
    <dgm:cxn modelId="{113EAEE0-6803-453D-B616-EB673A5E62F8}" type="presParOf" srcId="{602E19D3-849A-4DD0-97A2-7E2CB6D188B5}" destId="{D2885EF0-FE81-4F54-B5CA-999AE0C0C847}" srcOrd="0" destOrd="0" presId="urn:microsoft.com/office/officeart/2016/7/layout/RepeatingBendingProcessNew"/>
    <dgm:cxn modelId="{E258FFE7-1D9D-4642-8DC0-D4364070B51A}" type="presParOf" srcId="{602E19D3-849A-4DD0-97A2-7E2CB6D188B5}" destId="{730B4362-E38E-4DC6-823F-AA68180D8594}" srcOrd="1" destOrd="0" presId="urn:microsoft.com/office/officeart/2016/7/layout/RepeatingBendingProcessNew"/>
    <dgm:cxn modelId="{C7EED8D1-73AD-4296-8077-8E646B1EF577}" type="presParOf" srcId="{730B4362-E38E-4DC6-823F-AA68180D8594}" destId="{1C80D177-8C82-443B-9C89-372C77E5FCF4}" srcOrd="0" destOrd="0" presId="urn:microsoft.com/office/officeart/2016/7/layout/RepeatingBendingProcessNew"/>
    <dgm:cxn modelId="{E43C6CC7-3B08-4D9D-8F28-BFCC5DD0ADF8}" type="presParOf" srcId="{602E19D3-849A-4DD0-97A2-7E2CB6D188B5}" destId="{B14CA61B-C280-4337-A9B1-DBFF934B3FA1}" srcOrd="2" destOrd="0" presId="urn:microsoft.com/office/officeart/2016/7/layout/RepeatingBendingProcessNew"/>
    <dgm:cxn modelId="{246425D0-33CA-406F-8A1E-01DA28DC4FE1}" type="presParOf" srcId="{602E19D3-849A-4DD0-97A2-7E2CB6D188B5}" destId="{ABD51A27-F083-4EFC-BB81-50ED70F66023}" srcOrd="3" destOrd="0" presId="urn:microsoft.com/office/officeart/2016/7/layout/RepeatingBendingProcessNew"/>
    <dgm:cxn modelId="{299FFB57-4221-4A8E-A3F9-FB1AE0CA4CB4}" type="presParOf" srcId="{ABD51A27-F083-4EFC-BB81-50ED70F66023}" destId="{3DC3A705-67CB-4CFE-815A-05BEE79815FA}" srcOrd="0" destOrd="0" presId="urn:microsoft.com/office/officeart/2016/7/layout/RepeatingBendingProcessNew"/>
    <dgm:cxn modelId="{34BA2B87-6DB2-4780-9081-FDA543B4EDA7}" type="presParOf" srcId="{602E19D3-849A-4DD0-97A2-7E2CB6D188B5}" destId="{56731098-2BE7-4DF1-8934-C64E82937A60}" srcOrd="4" destOrd="0" presId="urn:microsoft.com/office/officeart/2016/7/layout/RepeatingBendingProcessNew"/>
    <dgm:cxn modelId="{DE1E2EE7-6235-4B4D-A27B-8D343B454C18}" type="presParOf" srcId="{602E19D3-849A-4DD0-97A2-7E2CB6D188B5}" destId="{BE001408-748C-4965-A7BA-DB6E368AF19B}" srcOrd="5" destOrd="0" presId="urn:microsoft.com/office/officeart/2016/7/layout/RepeatingBendingProcessNew"/>
    <dgm:cxn modelId="{C1ACBE4C-5385-498B-8B09-690446410AEE}" type="presParOf" srcId="{BE001408-748C-4965-A7BA-DB6E368AF19B}" destId="{C2498372-EC2B-4396-B17E-C9B2F5870DA5}" srcOrd="0" destOrd="0" presId="urn:microsoft.com/office/officeart/2016/7/layout/RepeatingBendingProcessNew"/>
    <dgm:cxn modelId="{DFFFA779-AF7B-4481-92A6-7CF412492D7D}" type="presParOf" srcId="{602E19D3-849A-4DD0-97A2-7E2CB6D188B5}" destId="{415991C0-FB73-432F-B6ED-7B06DDC69476}" srcOrd="6" destOrd="0" presId="urn:microsoft.com/office/officeart/2016/7/layout/RepeatingBendingProcessNew"/>
    <dgm:cxn modelId="{A8C50537-BA87-4CCA-913B-99A90DC15FE4}" type="presParOf" srcId="{602E19D3-849A-4DD0-97A2-7E2CB6D188B5}" destId="{ADEB735A-975B-4622-8BEF-0A5B7251FF6C}" srcOrd="7" destOrd="0" presId="urn:microsoft.com/office/officeart/2016/7/layout/RepeatingBendingProcessNew"/>
    <dgm:cxn modelId="{10259B53-5E88-4FA9-A0CA-D660B146CF6D}" type="presParOf" srcId="{ADEB735A-975B-4622-8BEF-0A5B7251FF6C}" destId="{E49AAD43-2339-4867-B0B7-F7D1664E3643}" srcOrd="0" destOrd="0" presId="urn:microsoft.com/office/officeart/2016/7/layout/RepeatingBendingProcessNew"/>
    <dgm:cxn modelId="{F42BE199-31C5-45B3-B7B7-15155C3EC19F}" type="presParOf" srcId="{602E19D3-849A-4DD0-97A2-7E2CB6D188B5}" destId="{9F1139DE-F5F8-4291-83ED-A221D789CD91}" srcOrd="8" destOrd="0" presId="urn:microsoft.com/office/officeart/2016/7/layout/RepeatingBendingProcessNew"/>
    <dgm:cxn modelId="{B46C672A-E51D-417A-8CD4-43C348B77911}" type="presParOf" srcId="{602E19D3-849A-4DD0-97A2-7E2CB6D188B5}" destId="{44174BA1-22BF-48FF-A561-23D4EBAE172A}" srcOrd="9" destOrd="0" presId="urn:microsoft.com/office/officeart/2016/7/layout/RepeatingBendingProcessNew"/>
    <dgm:cxn modelId="{0A5DE4CF-4503-4CEC-8C98-9F7455521B72}" type="presParOf" srcId="{44174BA1-22BF-48FF-A561-23D4EBAE172A}" destId="{7FDEA758-1F50-462B-B7C5-B6CD5D4E5A05}" srcOrd="0" destOrd="0" presId="urn:microsoft.com/office/officeart/2016/7/layout/RepeatingBendingProcessNew"/>
    <dgm:cxn modelId="{2A9D3032-03D1-402E-9264-BA90D8097BDC}" type="presParOf" srcId="{602E19D3-849A-4DD0-97A2-7E2CB6D188B5}" destId="{58B4BA31-9600-49B8-8415-FA0227CA22DF}" srcOrd="10" destOrd="0" presId="urn:microsoft.com/office/officeart/2016/7/layout/RepeatingBendingProcessNew"/>
    <dgm:cxn modelId="{75AF57BF-31A0-4432-8603-B2F4565F11A7}" type="presParOf" srcId="{602E19D3-849A-4DD0-97A2-7E2CB6D188B5}" destId="{5BABDE5F-7AC5-4DE3-8D80-AF743D45B8B6}" srcOrd="11" destOrd="0" presId="urn:microsoft.com/office/officeart/2016/7/layout/RepeatingBendingProcessNew"/>
    <dgm:cxn modelId="{B0475A4C-E117-4385-BD7D-431CCE8B80A5}" type="presParOf" srcId="{5BABDE5F-7AC5-4DE3-8D80-AF743D45B8B6}" destId="{5B4B0FBB-B202-4770-A6F2-ED30306FC33C}" srcOrd="0" destOrd="0" presId="urn:microsoft.com/office/officeart/2016/7/layout/RepeatingBendingProcessNew"/>
    <dgm:cxn modelId="{E44FE40C-EFC7-4EF8-B282-5286936FFD15}" type="presParOf" srcId="{602E19D3-849A-4DD0-97A2-7E2CB6D188B5}" destId="{DD429289-D343-48D5-9777-DF7CFC15B3CD}" srcOrd="12" destOrd="0" presId="urn:microsoft.com/office/officeart/2016/7/layout/RepeatingBendingProcessNew"/>
    <dgm:cxn modelId="{F5C296F7-A4BF-42E2-A28A-E6874A28BA53}" type="presParOf" srcId="{602E19D3-849A-4DD0-97A2-7E2CB6D188B5}" destId="{87B2B603-FF4B-4835-9BE3-D4C35774CCB3}" srcOrd="13" destOrd="0" presId="urn:microsoft.com/office/officeart/2016/7/layout/RepeatingBendingProcessNew"/>
    <dgm:cxn modelId="{B884E13D-65EE-40EF-8B25-B9A3A52756B9}" type="presParOf" srcId="{87B2B603-FF4B-4835-9BE3-D4C35774CCB3}" destId="{F92B01C5-545F-4B0B-A245-FA3BD4B08A7A}" srcOrd="0" destOrd="0" presId="urn:microsoft.com/office/officeart/2016/7/layout/RepeatingBendingProcessNew"/>
    <dgm:cxn modelId="{B7426814-74E1-4B16-BCB6-9BA6B60544EC}" type="presParOf" srcId="{602E19D3-849A-4DD0-97A2-7E2CB6D188B5}" destId="{8EAA8164-6BF1-473F-80BD-86506864B6FA}" srcOrd="14" destOrd="0" presId="urn:microsoft.com/office/officeart/2016/7/layout/RepeatingBendingProcessNew"/>
    <dgm:cxn modelId="{A69FD532-49D1-4BBC-90F8-6E2591D9A444}" type="presParOf" srcId="{602E19D3-849A-4DD0-97A2-7E2CB6D188B5}" destId="{FF2191FF-4D99-4E4C-B5B3-146DA6AA5FA4}" srcOrd="15" destOrd="0" presId="urn:microsoft.com/office/officeart/2016/7/layout/RepeatingBendingProcessNew"/>
    <dgm:cxn modelId="{B0AB9907-B8CB-464C-A443-2E6C41AEF928}" type="presParOf" srcId="{FF2191FF-4D99-4E4C-B5B3-146DA6AA5FA4}" destId="{A7B4A6AD-8BB3-4367-9548-20A5E214E461}" srcOrd="0" destOrd="0" presId="urn:microsoft.com/office/officeart/2016/7/layout/RepeatingBendingProcessNew"/>
    <dgm:cxn modelId="{8F93D390-C3E2-4E11-88D7-76BDDBB26CC8}" type="presParOf" srcId="{602E19D3-849A-4DD0-97A2-7E2CB6D188B5}" destId="{A8736B46-B164-4B51-8FAF-CB1FA966CF05}" srcOrd="16" destOrd="0" presId="urn:microsoft.com/office/officeart/2016/7/layout/RepeatingBendingProcessNew"/>
    <dgm:cxn modelId="{A771A492-419E-409E-A2C7-0FBAA35C3942}" type="presParOf" srcId="{602E19D3-849A-4DD0-97A2-7E2CB6D188B5}" destId="{1561529B-AFC1-4045-9B69-BCD1BBEA4795}" srcOrd="17" destOrd="0" presId="urn:microsoft.com/office/officeart/2016/7/layout/RepeatingBendingProcessNew"/>
    <dgm:cxn modelId="{0952E636-5895-4B72-BF9D-81EF1A404CE9}" type="presParOf" srcId="{1561529B-AFC1-4045-9B69-BCD1BBEA4795}" destId="{099BE37A-6B68-46F8-A1CE-FFDFDC82D1D7}" srcOrd="0" destOrd="0" presId="urn:microsoft.com/office/officeart/2016/7/layout/RepeatingBendingProcessNew"/>
    <dgm:cxn modelId="{6F505E4A-A85A-4E40-8F20-288FD1119AB3}" type="presParOf" srcId="{602E19D3-849A-4DD0-97A2-7E2CB6D188B5}" destId="{33D7AE02-1EE5-4B24-A7CC-FA7814081F7F}" srcOrd="18" destOrd="0" presId="urn:microsoft.com/office/officeart/2016/7/layout/RepeatingBendingProcessNew"/>
    <dgm:cxn modelId="{758CF5BD-A028-4EC1-A12E-994307CF72B1}" type="presParOf" srcId="{602E19D3-849A-4DD0-97A2-7E2CB6D188B5}" destId="{BE22E03F-ADF8-4DFA-A1D6-20006F434C76}" srcOrd="19" destOrd="0" presId="urn:microsoft.com/office/officeart/2016/7/layout/RepeatingBendingProcessNew"/>
    <dgm:cxn modelId="{1FBAB5DC-5EC7-4683-A0A3-304DC745A5EC}" type="presParOf" srcId="{BE22E03F-ADF8-4DFA-A1D6-20006F434C76}" destId="{84D345DB-F867-40BD-850E-760F1A9FDD60}" srcOrd="0" destOrd="0" presId="urn:microsoft.com/office/officeart/2016/7/layout/RepeatingBendingProcessNew"/>
    <dgm:cxn modelId="{02955D4C-621B-4A38-8F3B-C226A247F6B6}" type="presParOf" srcId="{602E19D3-849A-4DD0-97A2-7E2CB6D188B5}" destId="{FA441267-F726-4544-B722-4224D80E3435}" srcOrd="20" destOrd="0" presId="urn:microsoft.com/office/officeart/2016/7/layout/RepeatingBendingProcessNew"/>
    <dgm:cxn modelId="{6BCD299F-37AC-44C6-B586-1D8AEDB11871}" type="presParOf" srcId="{602E19D3-849A-4DD0-97A2-7E2CB6D188B5}" destId="{EE7B5CCF-BB4D-4F1D-A339-67B6A6C6F943}" srcOrd="21" destOrd="0" presId="urn:microsoft.com/office/officeart/2016/7/layout/RepeatingBendingProcessNew"/>
    <dgm:cxn modelId="{11666DC5-1BCC-4B21-B568-8A19384F76BE}" type="presParOf" srcId="{EE7B5CCF-BB4D-4F1D-A339-67B6A6C6F943}" destId="{5DA1F617-0D66-4980-9A46-E62238F07A0F}" srcOrd="0" destOrd="0" presId="urn:microsoft.com/office/officeart/2016/7/layout/RepeatingBendingProcessNew"/>
    <dgm:cxn modelId="{628DEE4A-F2ED-4D2A-ADDD-03A84440905F}" type="presParOf" srcId="{602E19D3-849A-4DD0-97A2-7E2CB6D188B5}" destId="{C4461AD6-19B5-44DE-AABF-EBB107F83C17}" srcOrd="22" destOrd="0" presId="urn:microsoft.com/office/officeart/2016/7/layout/RepeatingBendingProcessNew"/>
    <dgm:cxn modelId="{81951297-B680-428B-9527-92B9F6E60F7A}" type="presParOf" srcId="{602E19D3-849A-4DD0-97A2-7E2CB6D188B5}" destId="{0A50DF21-A2A7-4CD9-866D-5791104EB16A}" srcOrd="23" destOrd="0" presId="urn:microsoft.com/office/officeart/2016/7/layout/RepeatingBendingProcessNew"/>
    <dgm:cxn modelId="{D54F35A4-D5AB-4941-AAF6-965885A2E51E}" type="presParOf" srcId="{0A50DF21-A2A7-4CD9-866D-5791104EB16A}" destId="{F1AEE84E-9CAF-4BBA-8D1E-AAB4F5AB3197}" srcOrd="0" destOrd="0" presId="urn:microsoft.com/office/officeart/2016/7/layout/RepeatingBendingProcessNew"/>
    <dgm:cxn modelId="{4E24C364-080E-4DEB-9706-9E91FAD40AD6}" type="presParOf" srcId="{602E19D3-849A-4DD0-97A2-7E2CB6D188B5}" destId="{EA16C78A-CEF9-4BDA-A059-AD2E2FC9139C}" srcOrd="2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927829" cy="4192805"/>
        <a:chOff x="0" y="0"/>
        <a:chExt cx="10927829" cy="4192805"/>
      </a:xfrm>
    </dsp:grpSpPr>
    <dsp:sp modelId="{E3E25657-F16A-46A1-A665-4F560C33F08C}">
      <dsp:nvSpPr>
        <dsp:cNvPr id="3" name="Rectangles 2"/>
        <dsp:cNvSpPr/>
      </dsp:nvSpPr>
      <dsp:spPr bwMode="white">
        <a:xfrm>
          <a:off x="1385054" y="-465016"/>
          <a:ext cx="2260668" cy="2260668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1385054" y="-465016"/>
        <a:ext cx="2260668" cy="2260668"/>
      </dsp:txXfrm>
    </dsp:sp>
    <dsp:sp modelId="{1EA4F8D1-64AC-492F-8BF8-52C9FCB6E7E3}">
      <dsp:nvSpPr>
        <dsp:cNvPr id="4" name="Rectangles 3"/>
        <dsp:cNvSpPr/>
      </dsp:nvSpPr>
      <dsp:spPr bwMode="white">
        <a:xfrm>
          <a:off x="3535" y="1911302"/>
          <a:ext cx="5023707" cy="7200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4400"/>
          </a:lvl1pPr>
          <a:lvl2pPr marL="285750" indent="-285750" algn="ctr">
            <a:defRPr sz="3400"/>
          </a:lvl2pPr>
          <a:lvl3pPr marL="571500" indent="-285750" algn="ctr">
            <a:defRPr sz="3400"/>
          </a:lvl3pPr>
          <a:lvl4pPr marL="857250" indent="-285750" algn="ctr">
            <a:defRPr sz="3400"/>
          </a:lvl4pPr>
          <a:lvl5pPr marL="1143000" indent="-285750" algn="ctr">
            <a:defRPr sz="3400"/>
          </a:lvl5pPr>
          <a:lvl6pPr marL="1428750" indent="-285750" algn="ctr">
            <a:defRPr sz="3400"/>
          </a:lvl6pPr>
          <a:lvl7pPr marL="1714500" indent="-285750" algn="ctr">
            <a:defRPr sz="3400"/>
          </a:lvl7pPr>
          <a:lvl8pPr marL="2000250" indent="-285750" algn="ctr">
            <a:defRPr sz="3400"/>
          </a:lvl8pPr>
          <a:lvl9pPr marL="2286000" indent="-285750" algn="ctr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Identify </a:t>
          </a:r>
          <a:endParaRPr>
            <a:solidFill>
              <a:schemeClr val="tx1"/>
            </a:solidFill>
          </a:endParaRPr>
        </a:p>
      </dsp:txBody>
      <dsp:txXfrm>
        <a:off x="3535" y="1911302"/>
        <a:ext cx="5023707" cy="720000"/>
      </dsp:txXfrm>
    </dsp:sp>
    <dsp:sp modelId="{D320D914-B02E-4DB0-97EA-12E8252E456B}">
      <dsp:nvSpPr>
        <dsp:cNvPr id="5" name="Rectangles 4"/>
        <dsp:cNvSpPr/>
      </dsp:nvSpPr>
      <dsp:spPr bwMode="white">
        <a:xfrm>
          <a:off x="7287909" y="-465016"/>
          <a:ext cx="2260668" cy="2260668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Xfrm>
        <a:off x="7287909" y="-465016"/>
        <a:ext cx="2260668" cy="2260668"/>
      </dsp:txXfrm>
    </dsp:sp>
    <dsp:sp modelId="{6640125B-37A7-42E0-B3D7-610F049CF63F}">
      <dsp:nvSpPr>
        <dsp:cNvPr id="6" name="Rectangles 5"/>
        <dsp:cNvSpPr/>
      </dsp:nvSpPr>
      <dsp:spPr bwMode="white">
        <a:xfrm>
          <a:off x="5906390" y="1911302"/>
          <a:ext cx="5023707" cy="7200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4400"/>
          </a:lvl1pPr>
          <a:lvl2pPr marL="285750" indent="-285750" algn="ctr">
            <a:defRPr sz="3400"/>
          </a:lvl2pPr>
          <a:lvl3pPr marL="571500" indent="-285750" algn="ctr">
            <a:defRPr sz="3400"/>
          </a:lvl3pPr>
          <a:lvl4pPr marL="857250" indent="-285750" algn="ctr">
            <a:defRPr sz="3400"/>
          </a:lvl4pPr>
          <a:lvl5pPr marL="1143000" indent="-285750" algn="ctr">
            <a:defRPr sz="3400"/>
          </a:lvl5pPr>
          <a:lvl6pPr marL="1428750" indent="-285750" algn="ctr">
            <a:defRPr sz="3400"/>
          </a:lvl6pPr>
          <a:lvl7pPr marL="1714500" indent="-285750" algn="ctr">
            <a:defRPr sz="3400"/>
          </a:lvl7pPr>
          <a:lvl8pPr marL="2000250" indent="-285750" algn="ctr">
            <a:defRPr sz="3400"/>
          </a:lvl8pPr>
          <a:lvl9pPr marL="2286000" indent="-285750" algn="ctr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Examine </a:t>
          </a:r>
          <a:endParaRPr>
            <a:solidFill>
              <a:schemeClr val="tx1"/>
            </a:solidFill>
          </a:endParaRPr>
        </a:p>
      </dsp:txBody>
      <dsp:txXfrm>
        <a:off x="5906390" y="1911302"/>
        <a:ext cx="5023707" cy="720000"/>
      </dsp:txXfrm>
    </dsp:sp>
    <dsp:sp modelId="{356BBCB6-B924-4C2D-8327-5366A45DED0C}">
      <dsp:nvSpPr>
        <dsp:cNvPr id="7" name="Rectangles 6"/>
        <dsp:cNvSpPr/>
      </dsp:nvSpPr>
      <dsp:spPr bwMode="white">
        <a:xfrm>
          <a:off x="4334914" y="1561503"/>
          <a:ext cx="2260668" cy="2260668"/>
        </a:xfrm>
        <a:prstGeom prst="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Xfrm>
        <a:off x="4334914" y="1561503"/>
        <a:ext cx="2260668" cy="2260668"/>
      </dsp:txXfrm>
    </dsp:sp>
    <dsp:sp modelId="{19AB2150-842F-407D-80E9-55D9391C1A72}">
      <dsp:nvSpPr>
        <dsp:cNvPr id="8" name="Rectangles 7"/>
        <dsp:cNvSpPr/>
      </dsp:nvSpPr>
      <dsp:spPr bwMode="white">
        <a:xfrm>
          <a:off x="2953395" y="3937821"/>
          <a:ext cx="5023707" cy="7200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4400"/>
          </a:lvl1pPr>
          <a:lvl2pPr marL="285750" indent="-285750" algn="ctr">
            <a:defRPr sz="3400"/>
          </a:lvl2pPr>
          <a:lvl3pPr marL="571500" indent="-285750" algn="ctr">
            <a:defRPr sz="3400"/>
          </a:lvl3pPr>
          <a:lvl4pPr marL="857250" indent="-285750" algn="ctr">
            <a:defRPr sz="3400"/>
          </a:lvl4pPr>
          <a:lvl5pPr marL="1143000" indent="-285750" algn="ctr">
            <a:defRPr sz="3400"/>
          </a:lvl5pPr>
          <a:lvl6pPr marL="1428750" indent="-285750" algn="ctr">
            <a:defRPr sz="3400"/>
          </a:lvl6pPr>
          <a:lvl7pPr marL="1714500" indent="-285750" algn="ctr">
            <a:defRPr sz="3400"/>
          </a:lvl7pPr>
          <a:lvl8pPr marL="2000250" indent="-285750" algn="ctr">
            <a:defRPr sz="3400"/>
          </a:lvl8pPr>
          <a:lvl9pPr marL="2286000" indent="-285750" algn="ctr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Organize</a:t>
          </a:r>
          <a:endParaRPr>
            <a:solidFill>
              <a:schemeClr val="tx1"/>
            </a:solidFill>
          </a:endParaRPr>
        </a:p>
      </dsp:txBody>
      <dsp:txXfrm>
        <a:off x="2953395" y="3937821"/>
        <a:ext cx="502370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927829" cy="4192805"/>
        <a:chOff x="0" y="0"/>
        <a:chExt cx="10927829" cy="4192805"/>
      </a:xfrm>
    </dsp:grpSpPr>
    <dsp:sp modelId="{730B4362-E38E-4DC6-823F-AA68180D8594}">
      <dsp:nvSpPr>
        <dsp:cNvPr id="4" name="Freeform 3"/>
        <dsp:cNvSpPr/>
      </dsp:nvSpPr>
      <dsp:spPr bwMode="white">
        <a:xfrm>
          <a:off x="1858478" y="567867"/>
          <a:ext cx="424014" cy="0"/>
        </a:xfrm>
        <a:custGeom>
          <a:avLst/>
          <a:gdLst/>
          <a:ahLst/>
          <a:cxnLst/>
          <a:pathLst>
            <a:path w="668">
              <a:moveTo>
                <a:pt x="0" y="0"/>
              </a:moveTo>
              <a:lnTo>
                <a:pt x="668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2">
            <a:hueOff val="0"/>
            <a:satOff val="0"/>
            <a:lumOff val="0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1858478" y="567867"/>
        <a:ext cx="424014" cy="0"/>
      </dsp:txXfrm>
    </dsp:sp>
    <dsp:sp modelId="{D2885EF0-FE81-4F54-B5CA-999AE0C0C847}">
      <dsp:nvSpPr>
        <dsp:cNvPr id="3" name="Rectangles 2"/>
        <dsp:cNvSpPr/>
      </dsp:nvSpPr>
      <dsp:spPr bwMode="white">
        <a:xfrm>
          <a:off x="14940" y="14806"/>
          <a:ext cx="1843538" cy="1106123"/>
        </a:xfrm>
        <a:prstGeom prst="rect">
          <a:avLst/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0334" tIns="94822" rIns="90334" bIns="94822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Clear and specific objective </a:t>
          </a:r>
        </a:p>
      </dsp:txBody>
      <dsp:txXfrm>
        <a:off x="14940" y="14806"/>
        <a:ext cx="1843538" cy="1106123"/>
      </dsp:txXfrm>
    </dsp:sp>
    <dsp:sp modelId="{ABD51A27-F083-4EFC-BB81-50ED70F66023}">
      <dsp:nvSpPr>
        <dsp:cNvPr id="6" name="Freeform 5"/>
        <dsp:cNvSpPr/>
      </dsp:nvSpPr>
      <dsp:spPr bwMode="white">
        <a:xfrm>
          <a:off x="4126029" y="567867"/>
          <a:ext cx="424014" cy="0"/>
        </a:xfrm>
        <a:custGeom>
          <a:avLst/>
          <a:gdLst/>
          <a:ahLst/>
          <a:cxnLst/>
          <a:pathLst>
            <a:path w="668">
              <a:moveTo>
                <a:pt x="0" y="0"/>
              </a:moveTo>
              <a:lnTo>
                <a:pt x="668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2">
            <a:hueOff val="589090"/>
            <a:satOff val="-1675"/>
            <a:lumOff val="-2708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4126029" y="567867"/>
        <a:ext cx="424014" cy="0"/>
      </dsp:txXfrm>
    </dsp:sp>
    <dsp:sp modelId="{B14CA61B-C280-4337-A9B1-DBFF934B3FA1}">
      <dsp:nvSpPr>
        <dsp:cNvPr id="5" name="Rectangles 4"/>
        <dsp:cNvSpPr/>
      </dsp:nvSpPr>
      <dsp:spPr bwMode="white">
        <a:xfrm>
          <a:off x="2282492" y="14806"/>
          <a:ext cx="1843538" cy="1106123"/>
        </a:xfrm>
        <a:prstGeom prst="rect">
          <a:avLst/>
        </a:prstGeom>
      </dsp:spPr>
      <dsp:style>
        <a:lnRef idx="2">
          <a:schemeClr val="lt1"/>
        </a:lnRef>
        <a:fillRef idx="1">
          <a:schemeClr val="accent2">
            <a:hueOff val="540000"/>
            <a:satOff val="-1535"/>
            <a:lumOff val="-248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0334" tIns="94822" rIns="90334" bIns="94822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Logical Structure </a:t>
          </a:r>
        </a:p>
      </dsp:txBody>
      <dsp:txXfrm>
        <a:off x="2282492" y="14806"/>
        <a:ext cx="1843538" cy="1106123"/>
      </dsp:txXfrm>
    </dsp:sp>
    <dsp:sp modelId="{BE001408-748C-4965-A7BA-DB6E368AF19B}">
      <dsp:nvSpPr>
        <dsp:cNvPr id="8" name="Freeform 7"/>
        <dsp:cNvSpPr/>
      </dsp:nvSpPr>
      <dsp:spPr bwMode="white">
        <a:xfrm>
          <a:off x="6393580" y="567867"/>
          <a:ext cx="424014" cy="0"/>
        </a:xfrm>
        <a:custGeom>
          <a:avLst/>
          <a:gdLst/>
          <a:ahLst/>
          <a:cxnLst/>
          <a:pathLst>
            <a:path w="668">
              <a:moveTo>
                <a:pt x="0" y="0"/>
              </a:moveTo>
              <a:lnTo>
                <a:pt x="668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2">
            <a:hueOff val="1178181"/>
            <a:satOff val="-3350"/>
            <a:lumOff val="-5418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6393580" y="567867"/>
        <a:ext cx="424014" cy="0"/>
      </dsp:txXfrm>
    </dsp:sp>
    <dsp:sp modelId="{56731098-2BE7-4DF1-8934-C64E82937A60}">
      <dsp:nvSpPr>
        <dsp:cNvPr id="7" name="Rectangles 6"/>
        <dsp:cNvSpPr/>
      </dsp:nvSpPr>
      <dsp:spPr bwMode="white">
        <a:xfrm>
          <a:off x="4550043" y="14806"/>
          <a:ext cx="1843538" cy="1106123"/>
        </a:xfrm>
        <a:prstGeom prst="rect">
          <a:avLst/>
        </a:prstGeom>
      </dsp:spPr>
      <dsp:style>
        <a:lnRef idx="2">
          <a:schemeClr val="lt1"/>
        </a:lnRef>
        <a:fillRef idx="1">
          <a:schemeClr val="accent2">
            <a:hueOff val="1080000"/>
            <a:satOff val="-3071"/>
            <a:lumOff val="-496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0334" tIns="94822" rIns="90334" bIns="94822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Conciseness and Clarity</a:t>
          </a:r>
        </a:p>
      </dsp:txBody>
      <dsp:txXfrm>
        <a:off x="4550043" y="14806"/>
        <a:ext cx="1843538" cy="1106123"/>
      </dsp:txXfrm>
    </dsp:sp>
    <dsp:sp modelId="{ADEB735A-975B-4622-8BEF-0A5B7251FF6C}">
      <dsp:nvSpPr>
        <dsp:cNvPr id="10" name="Freeform 9"/>
        <dsp:cNvSpPr/>
      </dsp:nvSpPr>
      <dsp:spPr bwMode="white">
        <a:xfrm>
          <a:off x="8661132" y="567867"/>
          <a:ext cx="424014" cy="0"/>
        </a:xfrm>
        <a:custGeom>
          <a:avLst/>
          <a:gdLst/>
          <a:ahLst/>
          <a:cxnLst/>
          <a:pathLst>
            <a:path w="668">
              <a:moveTo>
                <a:pt x="0" y="0"/>
              </a:moveTo>
              <a:lnTo>
                <a:pt x="668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2">
            <a:hueOff val="1767272"/>
            <a:satOff val="-5026"/>
            <a:lumOff val="-8127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8661132" y="567867"/>
        <a:ext cx="424014" cy="0"/>
      </dsp:txXfrm>
    </dsp:sp>
    <dsp:sp modelId="{415991C0-FB73-432F-B6ED-7B06DDC69476}">
      <dsp:nvSpPr>
        <dsp:cNvPr id="9" name="Rectangles 8"/>
        <dsp:cNvSpPr/>
      </dsp:nvSpPr>
      <dsp:spPr bwMode="white">
        <a:xfrm>
          <a:off x="6817594" y="14806"/>
          <a:ext cx="1843538" cy="1106123"/>
        </a:xfrm>
        <a:prstGeom prst="rect">
          <a:avLst/>
        </a:prstGeom>
      </dsp:spPr>
      <dsp:style>
        <a:lnRef idx="2">
          <a:schemeClr val="lt1"/>
        </a:lnRef>
        <a:fillRef idx="1">
          <a:schemeClr val="accent2">
            <a:hueOff val="1620000"/>
            <a:satOff val="-4607"/>
            <a:lumOff val="-745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0334" tIns="94822" rIns="90334" bIns="94822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Evidenced-Based Knowledge </a:t>
          </a:r>
        </a:p>
      </dsp:txBody>
      <dsp:txXfrm>
        <a:off x="6817594" y="14806"/>
        <a:ext cx="1843538" cy="1106123"/>
      </dsp:txXfrm>
    </dsp:sp>
    <dsp:sp modelId="{44174BA1-22BF-48FF-A561-23D4EBAE172A}">
      <dsp:nvSpPr>
        <dsp:cNvPr id="12" name="Freeform 11"/>
        <dsp:cNvSpPr/>
      </dsp:nvSpPr>
      <dsp:spPr bwMode="white">
        <a:xfrm>
          <a:off x="936709" y="1120928"/>
          <a:ext cx="9070205" cy="422413"/>
        </a:xfrm>
        <a:custGeom>
          <a:avLst/>
          <a:gdLst/>
          <a:ahLst/>
          <a:cxnLst/>
          <a:pathLst>
            <a:path w="14284" h="665">
              <a:moveTo>
                <a:pt x="14284" y="0"/>
              </a:moveTo>
              <a:lnTo>
                <a:pt x="14284" y="333"/>
              </a:lnTo>
              <a:lnTo>
                <a:pt x="0" y="333"/>
              </a:lnTo>
              <a:lnTo>
                <a:pt x="0" y="665"/>
              </a:lnTo>
            </a:path>
          </a:pathLst>
        </a:custGeom>
        <a:ln>
          <a:tailEnd type="arrow" w="lg" len="med"/>
        </a:ln>
      </dsp:spPr>
      <dsp:style>
        <a:lnRef idx="1">
          <a:schemeClr val="accent2">
            <a:hueOff val="2356363"/>
            <a:satOff val="-6701"/>
            <a:lumOff val="-10837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936709" y="1120928"/>
        <a:ext cx="9070205" cy="422413"/>
      </dsp:txXfrm>
    </dsp:sp>
    <dsp:sp modelId="{9F1139DE-F5F8-4291-83ED-A221D789CD91}">
      <dsp:nvSpPr>
        <dsp:cNvPr id="11" name="Rectangles 10"/>
        <dsp:cNvSpPr/>
      </dsp:nvSpPr>
      <dsp:spPr bwMode="white">
        <a:xfrm>
          <a:off x="9085145" y="14806"/>
          <a:ext cx="1843538" cy="1106123"/>
        </a:xfrm>
        <a:prstGeom prst="rect">
          <a:avLst/>
        </a:prstGeom>
      </dsp:spPr>
      <dsp:style>
        <a:lnRef idx="2">
          <a:schemeClr val="lt1"/>
        </a:lnRef>
        <a:fillRef idx="1">
          <a:schemeClr val="accent2">
            <a:hueOff val="2160000"/>
            <a:satOff val="-6143"/>
            <a:lumOff val="-993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0334" tIns="94822" rIns="90334" bIns="94822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Professional and Formal tone </a:t>
          </a:r>
        </a:p>
      </dsp:txBody>
      <dsp:txXfrm>
        <a:off x="9085145" y="14806"/>
        <a:ext cx="1843538" cy="1106123"/>
      </dsp:txXfrm>
    </dsp:sp>
    <dsp:sp modelId="{5BABDE5F-7AC5-4DE3-8D80-AF743D45B8B6}">
      <dsp:nvSpPr>
        <dsp:cNvPr id="14" name="Freeform 13"/>
        <dsp:cNvSpPr/>
      </dsp:nvSpPr>
      <dsp:spPr bwMode="white">
        <a:xfrm>
          <a:off x="1858478" y="2096402"/>
          <a:ext cx="424014" cy="0"/>
        </a:xfrm>
        <a:custGeom>
          <a:avLst/>
          <a:gdLst/>
          <a:ahLst/>
          <a:cxnLst/>
          <a:pathLst>
            <a:path w="668">
              <a:moveTo>
                <a:pt x="0" y="0"/>
              </a:moveTo>
              <a:lnTo>
                <a:pt x="668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2">
            <a:hueOff val="2945454"/>
            <a:satOff val="-8377"/>
            <a:lumOff val="-13546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1858478" y="2096402"/>
        <a:ext cx="424014" cy="0"/>
      </dsp:txXfrm>
    </dsp:sp>
    <dsp:sp modelId="{58B4BA31-9600-49B8-8415-FA0227CA22DF}">
      <dsp:nvSpPr>
        <dsp:cNvPr id="13" name="Rectangles 12"/>
        <dsp:cNvSpPr/>
      </dsp:nvSpPr>
      <dsp:spPr bwMode="white">
        <a:xfrm>
          <a:off x="14940" y="1543341"/>
          <a:ext cx="1843538" cy="1106123"/>
        </a:xfrm>
        <a:prstGeom prst="rect">
          <a:avLst/>
        </a:prstGeom>
      </dsp:spPr>
      <dsp:style>
        <a:lnRef idx="2">
          <a:schemeClr val="lt1"/>
        </a:lnRef>
        <a:fillRef idx="1">
          <a:schemeClr val="accent2">
            <a:hueOff val="2700000"/>
            <a:satOff val="-7679"/>
            <a:lumOff val="-1241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0334" tIns="94822" rIns="90334" bIns="94822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Clear Presentations of Findings </a:t>
          </a:r>
        </a:p>
      </dsp:txBody>
      <dsp:txXfrm>
        <a:off x="14940" y="1543341"/>
        <a:ext cx="1843538" cy="1106123"/>
      </dsp:txXfrm>
    </dsp:sp>
    <dsp:sp modelId="{87B2B603-FF4B-4835-9BE3-D4C35774CCB3}">
      <dsp:nvSpPr>
        <dsp:cNvPr id="16" name="Freeform 15"/>
        <dsp:cNvSpPr/>
      </dsp:nvSpPr>
      <dsp:spPr bwMode="white">
        <a:xfrm>
          <a:off x="4126029" y="2096402"/>
          <a:ext cx="424014" cy="0"/>
        </a:xfrm>
        <a:custGeom>
          <a:avLst/>
          <a:gdLst/>
          <a:ahLst/>
          <a:cxnLst/>
          <a:pathLst>
            <a:path w="668">
              <a:moveTo>
                <a:pt x="0" y="0"/>
              </a:moveTo>
              <a:lnTo>
                <a:pt x="668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2">
            <a:hueOff val="3534545"/>
            <a:satOff val="-10052"/>
            <a:lumOff val="-16256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4126029" y="2096402"/>
        <a:ext cx="424014" cy="0"/>
      </dsp:txXfrm>
    </dsp:sp>
    <dsp:sp modelId="{DD429289-D343-48D5-9777-DF7CFC15B3CD}">
      <dsp:nvSpPr>
        <dsp:cNvPr id="15" name="Rectangles 14"/>
        <dsp:cNvSpPr/>
      </dsp:nvSpPr>
      <dsp:spPr bwMode="white">
        <a:xfrm>
          <a:off x="2282492" y="1543341"/>
          <a:ext cx="1843538" cy="1106123"/>
        </a:xfrm>
        <a:prstGeom prst="rect">
          <a:avLst/>
        </a:prstGeom>
      </dsp:spPr>
      <dsp:style>
        <a:lnRef idx="2">
          <a:schemeClr val="lt1"/>
        </a:lnRef>
        <a:fillRef idx="1">
          <a:schemeClr val="accent2">
            <a:hueOff val="3240000"/>
            <a:satOff val="-9215"/>
            <a:lumOff val="-14901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0334" tIns="94822" rIns="90334" bIns="94822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Objective Analyses </a:t>
          </a:r>
        </a:p>
      </dsp:txBody>
      <dsp:txXfrm>
        <a:off x="2282492" y="1543341"/>
        <a:ext cx="1843538" cy="1106123"/>
      </dsp:txXfrm>
    </dsp:sp>
    <dsp:sp modelId="{FF2191FF-4D99-4E4C-B5B3-146DA6AA5FA4}">
      <dsp:nvSpPr>
        <dsp:cNvPr id="18" name="Freeform 17"/>
        <dsp:cNvSpPr/>
      </dsp:nvSpPr>
      <dsp:spPr bwMode="white">
        <a:xfrm>
          <a:off x="6393580" y="2096402"/>
          <a:ext cx="424014" cy="0"/>
        </a:xfrm>
        <a:custGeom>
          <a:avLst/>
          <a:gdLst/>
          <a:ahLst/>
          <a:cxnLst/>
          <a:pathLst>
            <a:path w="668">
              <a:moveTo>
                <a:pt x="0" y="0"/>
              </a:moveTo>
              <a:lnTo>
                <a:pt x="668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2">
            <a:hueOff val="4123636"/>
            <a:satOff val="-11728"/>
            <a:lumOff val="-18965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6393580" y="2096402"/>
        <a:ext cx="424014" cy="0"/>
      </dsp:txXfrm>
    </dsp:sp>
    <dsp:sp modelId="{8EAA8164-6BF1-473F-80BD-86506864B6FA}">
      <dsp:nvSpPr>
        <dsp:cNvPr id="17" name="Rectangles 16"/>
        <dsp:cNvSpPr/>
      </dsp:nvSpPr>
      <dsp:spPr bwMode="white">
        <a:xfrm>
          <a:off x="4550043" y="1543341"/>
          <a:ext cx="1843538" cy="1106123"/>
        </a:xfrm>
        <a:prstGeom prst="rect">
          <a:avLst/>
        </a:prstGeom>
      </dsp:spPr>
      <dsp:style>
        <a:lnRef idx="2">
          <a:schemeClr val="lt1"/>
        </a:lnRef>
        <a:fillRef idx="1">
          <a:schemeClr val="accent2">
            <a:hueOff val="3780000"/>
            <a:satOff val="-10751"/>
            <a:lumOff val="-17385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0334" tIns="94822" rIns="90334" bIns="94822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Actionable Recommendations</a:t>
          </a:r>
        </a:p>
      </dsp:txBody>
      <dsp:txXfrm>
        <a:off x="4550043" y="1543341"/>
        <a:ext cx="1843538" cy="1106123"/>
      </dsp:txXfrm>
    </dsp:sp>
    <dsp:sp modelId="{1561529B-AFC1-4045-9B69-BCD1BBEA4795}">
      <dsp:nvSpPr>
        <dsp:cNvPr id="20" name="Freeform 19"/>
        <dsp:cNvSpPr/>
      </dsp:nvSpPr>
      <dsp:spPr bwMode="white">
        <a:xfrm>
          <a:off x="8661132" y="2096402"/>
          <a:ext cx="424014" cy="0"/>
        </a:xfrm>
        <a:custGeom>
          <a:avLst/>
          <a:gdLst/>
          <a:ahLst/>
          <a:cxnLst/>
          <a:pathLst>
            <a:path w="668">
              <a:moveTo>
                <a:pt x="0" y="0"/>
              </a:moveTo>
              <a:lnTo>
                <a:pt x="668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2">
            <a:hueOff val="4712727"/>
            <a:satOff val="-13404"/>
            <a:lumOff val="-21675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8661132" y="2096402"/>
        <a:ext cx="424014" cy="0"/>
      </dsp:txXfrm>
    </dsp:sp>
    <dsp:sp modelId="{A8736B46-B164-4B51-8FAF-CB1FA966CF05}">
      <dsp:nvSpPr>
        <dsp:cNvPr id="19" name="Rectangles 18"/>
        <dsp:cNvSpPr/>
      </dsp:nvSpPr>
      <dsp:spPr bwMode="white">
        <a:xfrm>
          <a:off x="6817594" y="1543341"/>
          <a:ext cx="1843538" cy="1106123"/>
        </a:xfrm>
        <a:prstGeom prst="rect">
          <a:avLst/>
        </a:prstGeom>
      </dsp:spPr>
      <dsp:style>
        <a:lnRef idx="2">
          <a:schemeClr val="lt1"/>
        </a:lnRef>
        <a:fillRef idx="1">
          <a:schemeClr val="accent2">
            <a:hueOff val="4320000"/>
            <a:satOff val="-12287"/>
            <a:lumOff val="-19868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0334" tIns="94822" rIns="90334" bIns="94822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Proper Citations and Referencing </a:t>
          </a:r>
        </a:p>
      </dsp:txBody>
      <dsp:txXfrm>
        <a:off x="6817594" y="1543341"/>
        <a:ext cx="1843538" cy="1106123"/>
      </dsp:txXfrm>
    </dsp:sp>
    <dsp:sp modelId="{BE22E03F-ADF8-4DFA-A1D6-20006F434C76}">
      <dsp:nvSpPr>
        <dsp:cNvPr id="22" name="Freeform 21"/>
        <dsp:cNvSpPr/>
      </dsp:nvSpPr>
      <dsp:spPr bwMode="white">
        <a:xfrm>
          <a:off x="936709" y="2649464"/>
          <a:ext cx="9070205" cy="422413"/>
        </a:xfrm>
        <a:custGeom>
          <a:avLst/>
          <a:gdLst/>
          <a:ahLst/>
          <a:cxnLst/>
          <a:pathLst>
            <a:path w="14284" h="665">
              <a:moveTo>
                <a:pt x="14284" y="0"/>
              </a:moveTo>
              <a:lnTo>
                <a:pt x="14284" y="333"/>
              </a:lnTo>
              <a:lnTo>
                <a:pt x="0" y="333"/>
              </a:lnTo>
              <a:lnTo>
                <a:pt x="0" y="665"/>
              </a:lnTo>
            </a:path>
          </a:pathLst>
        </a:custGeom>
        <a:ln>
          <a:tailEnd type="arrow" w="lg" len="med"/>
        </a:ln>
      </dsp:spPr>
      <dsp:style>
        <a:lnRef idx="1">
          <a:schemeClr val="accent2">
            <a:hueOff val="5301818"/>
            <a:satOff val="-15079"/>
            <a:lumOff val="-24384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936709" y="2649464"/>
        <a:ext cx="9070205" cy="422413"/>
      </dsp:txXfrm>
    </dsp:sp>
    <dsp:sp modelId="{33D7AE02-1EE5-4B24-A7CC-FA7814081F7F}">
      <dsp:nvSpPr>
        <dsp:cNvPr id="21" name="Rectangles 20"/>
        <dsp:cNvSpPr/>
      </dsp:nvSpPr>
      <dsp:spPr bwMode="white">
        <a:xfrm>
          <a:off x="9085145" y="1543341"/>
          <a:ext cx="1843538" cy="1106123"/>
        </a:xfrm>
        <a:prstGeom prst="rect">
          <a:avLst/>
        </a:prstGeom>
      </dsp:spPr>
      <dsp:style>
        <a:lnRef idx="2">
          <a:schemeClr val="lt1"/>
        </a:lnRef>
        <a:fillRef idx="1">
          <a:schemeClr val="accent2">
            <a:hueOff val="4860000"/>
            <a:satOff val="-13823"/>
            <a:lumOff val="-2235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0334" tIns="94822" rIns="90334" bIns="94822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Accuracy </a:t>
          </a:r>
        </a:p>
      </dsp:txBody>
      <dsp:txXfrm>
        <a:off x="9085145" y="1543341"/>
        <a:ext cx="1843538" cy="1106123"/>
      </dsp:txXfrm>
    </dsp:sp>
    <dsp:sp modelId="{EE7B5CCF-BB4D-4F1D-A339-67B6A6C6F943}">
      <dsp:nvSpPr>
        <dsp:cNvPr id="24" name="Freeform 23"/>
        <dsp:cNvSpPr/>
      </dsp:nvSpPr>
      <dsp:spPr bwMode="white">
        <a:xfrm>
          <a:off x="1858478" y="3624938"/>
          <a:ext cx="424014" cy="0"/>
        </a:xfrm>
        <a:custGeom>
          <a:avLst/>
          <a:gdLst/>
          <a:ahLst/>
          <a:cxnLst/>
          <a:pathLst>
            <a:path w="668">
              <a:moveTo>
                <a:pt x="0" y="0"/>
              </a:moveTo>
              <a:lnTo>
                <a:pt x="668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2">
            <a:hueOff val="5890909"/>
            <a:satOff val="-16755"/>
            <a:lumOff val="-27093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1858478" y="3624938"/>
        <a:ext cx="424014" cy="0"/>
      </dsp:txXfrm>
    </dsp:sp>
    <dsp:sp modelId="{FA441267-F726-4544-B722-4224D80E3435}">
      <dsp:nvSpPr>
        <dsp:cNvPr id="23" name="Rectangles 22"/>
        <dsp:cNvSpPr/>
      </dsp:nvSpPr>
      <dsp:spPr bwMode="white">
        <a:xfrm>
          <a:off x="14940" y="3071877"/>
          <a:ext cx="1843538" cy="1106123"/>
        </a:xfrm>
        <a:prstGeom prst="rect">
          <a:avLst/>
        </a:prstGeom>
      </dsp:spPr>
      <dsp:style>
        <a:lnRef idx="2">
          <a:schemeClr val="lt1"/>
        </a:lnRef>
        <a:fillRef idx="1">
          <a:schemeClr val="accent2">
            <a:hueOff val="5400000"/>
            <a:satOff val="-15358"/>
            <a:lumOff val="-2483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0334" tIns="94822" rIns="90334" bIns="94822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Tailored to the Audience </a:t>
          </a:r>
        </a:p>
      </dsp:txBody>
      <dsp:txXfrm>
        <a:off x="14940" y="3071877"/>
        <a:ext cx="1843538" cy="1106123"/>
      </dsp:txXfrm>
    </dsp:sp>
    <dsp:sp modelId="{0A50DF21-A2A7-4CD9-866D-5791104EB16A}">
      <dsp:nvSpPr>
        <dsp:cNvPr id="26" name="Freeform 25"/>
        <dsp:cNvSpPr/>
      </dsp:nvSpPr>
      <dsp:spPr bwMode="white">
        <a:xfrm>
          <a:off x="4126029" y="3624938"/>
          <a:ext cx="424014" cy="0"/>
        </a:xfrm>
        <a:custGeom>
          <a:avLst/>
          <a:gdLst/>
          <a:ahLst/>
          <a:cxnLst/>
          <a:pathLst>
            <a:path w="668">
              <a:moveTo>
                <a:pt x="0" y="0"/>
              </a:moveTo>
              <a:lnTo>
                <a:pt x="668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2">
            <a:hueOff val="6480000"/>
            <a:satOff val="-18430"/>
            <a:lumOff val="-29803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4126029" y="3624938"/>
        <a:ext cx="424014" cy="0"/>
      </dsp:txXfrm>
    </dsp:sp>
    <dsp:sp modelId="{C4461AD6-19B5-44DE-AABF-EBB107F83C17}">
      <dsp:nvSpPr>
        <dsp:cNvPr id="25" name="Rectangles 24"/>
        <dsp:cNvSpPr/>
      </dsp:nvSpPr>
      <dsp:spPr bwMode="white">
        <a:xfrm>
          <a:off x="2282492" y="3071877"/>
          <a:ext cx="1843538" cy="1106123"/>
        </a:xfrm>
        <a:prstGeom prst="rect">
          <a:avLst/>
        </a:prstGeom>
      </dsp:spPr>
      <dsp:style>
        <a:lnRef idx="2">
          <a:schemeClr val="lt1"/>
        </a:lnRef>
        <a:fillRef idx="1">
          <a:schemeClr val="accent2">
            <a:hueOff val="5940000"/>
            <a:satOff val="-16894"/>
            <a:lumOff val="-2731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0334" tIns="94822" rIns="90334" bIns="94822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Executive summary or an abstract </a:t>
          </a:r>
        </a:p>
      </dsp:txBody>
      <dsp:txXfrm>
        <a:off x="2282492" y="3071877"/>
        <a:ext cx="1843538" cy="1106123"/>
      </dsp:txXfrm>
    </dsp:sp>
    <dsp:sp modelId="{EA16C78A-CEF9-4BDA-A059-AD2E2FC9139C}">
      <dsp:nvSpPr>
        <dsp:cNvPr id="27" name="Rectangles 26"/>
        <dsp:cNvSpPr/>
      </dsp:nvSpPr>
      <dsp:spPr bwMode="white">
        <a:xfrm>
          <a:off x="4550043" y="3071877"/>
          <a:ext cx="1843538" cy="1106123"/>
        </a:xfrm>
        <a:prstGeom prst="rect">
          <a:avLst/>
        </a:prstGeom>
      </dsp:spPr>
      <dsp:style>
        <a:lnRef idx="2">
          <a:schemeClr val="lt1"/>
        </a:lnRef>
        <a:fillRef idx="1">
          <a:schemeClr val="accent2">
            <a:hueOff val="6480000"/>
            <a:satOff val="-18430"/>
            <a:lumOff val="-2980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90334" tIns="94822" rIns="90334" bIns="94822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Actionable conclusions </a:t>
          </a:r>
        </a:p>
      </dsp:txBody>
      <dsp:txXfrm>
        <a:off x="4550043" y="3071877"/>
        <a:ext cx="1843538" cy="11061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off" val="ctr"/>
          <dgm:param type="contDir" val="sameDir"/>
          <dgm:param type="grDir" val="tL"/>
          <dgm:param type="flowDir" val="row"/>
          <dgm:param type="horzAlign" val="ctr"/>
          <dgm:param type="vertAlign" val="mid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  <dgm:param type="horzAlign" val="ctr"/>
          <dgm:param type="vertAlign" val="mid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bkpt" val="endCnv"/>
          <dgm:param type="contDir" val="sameDir"/>
          <dgm:param type="grDir" val="tL"/>
          <dgm:param type="flowDir" val="row"/>
        </dgm:alg>
      </dgm:if>
      <dgm:else name="Name3">
        <dgm:alg type="snake">
          <dgm:param type="bkpt" val="endCnv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dim" val="1D"/>
                <dgm:param type="connRout" val="bend"/>
                <dgm:param type="begPts" val="midR bCtr"/>
                <dgm:param type="endPts" val="midL tCtr"/>
              </dgm:alg>
            </dgm:if>
            <dgm:else name="Name6">
              <dgm:alg type="conn">
                <dgm:param type="dim" val="1D"/>
                <dgm:param type="connRout" val="ben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9A9626-0D37-4338-B40D-56BE799773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645F71-063B-4B77-8C7F-46AE6BE8B7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CDACAF1-9902-42EB-A58B-17AE4CCE5C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5684ABE-5A14-480A-B5E7-44A08393CA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8CC9F75-A888-487C-BF07-DCE6F1DB74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23C7C98-0AD6-4C9A-AF27-96FDC829D4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9601C7F-0B53-42C1-8607-473ED3C2D1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4CD0607-4103-474D-AE5D-2B9232DDBC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CB6B0EA-2FF4-4A1E-B6EE-457A4DF528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C9EC82C-F34C-43D5-B1DF-A23849B3B0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66962D8-48D6-4C2E-821A-CFD96BFF75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k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to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edi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t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Ma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ste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r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titl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e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styl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diagramData" Target="../diagrams/data2.xml"/><Relationship Id="rId2" Type="http://schemas.openxmlformats.org/officeDocument/2006/relationships/diagramLayout" Target="../diagrams/layout2.xml"/><Relationship Id="rId3" Type="http://schemas.openxmlformats.org/officeDocument/2006/relationships/diagramQuickStyle" Target="../diagrams/quickStyle2.xml"/><Relationship Id="rId4" Type="http://schemas.openxmlformats.org/officeDocument/2006/relationships/diagramColors" Target="../diagrams/colors2.xml"/><Relationship Id="rId5" Type="http://schemas.microsoft.com/office/2007/relationships/diagramDrawing" Target="../diagrams/drawing2.xml"/><Relationship Id="rId6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9"/>
          <p:cNvSpPr/>
          <p:nvPr/>
        </p:nvSpPr>
        <p:spPr>
          <a:xfrm>
            <a:off x="0" y="0"/>
            <a:ext cx="12191400" cy="685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7" name="Rectangle 11"/>
          <p:cNvSpPr/>
          <p:nvPr/>
        </p:nvSpPr>
        <p:spPr>
          <a:xfrm>
            <a:off x="360" y="0"/>
            <a:ext cx="1219140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590520" y="4267800"/>
            <a:ext cx="4805640" cy="129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2"/>
                </a:solidFill>
                <a:latin typeface="Aptos Display"/>
              </a:rPr>
              <a:t>ENG123 </a:t>
            </a:r>
            <a:br>
              <a:rPr sz="4000"/>
            </a:br>
            <a:r>
              <a:rPr b="0" lang="en-US" sz="4000" spc="-1" strike="noStrike">
                <a:solidFill>
                  <a:schemeClr val="dk2"/>
                </a:solidFill>
                <a:latin typeface="Aptos Display"/>
              </a:rPr>
              <a:t>Expository Writing </a:t>
            </a:r>
            <a:endParaRPr b="0" lang="en-US" sz="4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6590880" y="3429000"/>
            <a:ext cx="4805280" cy="83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2"/>
                </a:solidFill>
                <a:latin typeface="Times New Roman"/>
              </a:rPr>
              <a:t>Report writing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raphic 6"/>
          <p:cNvSpPr/>
          <p:nvPr/>
        </p:nvSpPr>
        <p:spPr>
          <a:xfrm>
            <a:off x="340560" y="1815480"/>
            <a:ext cx="4141440" cy="4141440"/>
          </a:xfrm>
          <a:custGeom>
            <a:avLst/>
            <a:gdLst>
              <a:gd name="textAreaLeft" fmla="*/ 0 w 4141440"/>
              <a:gd name="textAreaRight" fmla="*/ 4141800 w 4141440"/>
              <a:gd name="textAreaTop" fmla="*/ 0 h 4141440"/>
              <a:gd name="textAreaBottom" fmla="*/ 4141800 h 4141440"/>
            </a:gdLst>
            <a:ahLst/>
            <a:rect l="textAreaLeft" t="textAreaTop" r="textAreaRight" b="textAreaBottom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1" name="Group 13"/>
          <p:cNvGrpSpPr/>
          <p:nvPr/>
        </p:nvGrpSpPr>
        <p:grpSpPr>
          <a:xfrm>
            <a:off x="-4680" y="-6120"/>
            <a:ext cx="6238440" cy="6863760"/>
            <a:chOff x="-4680" y="-6120"/>
            <a:chExt cx="6238440" cy="6863760"/>
          </a:xfrm>
        </p:grpSpPr>
        <p:sp>
          <p:nvSpPr>
            <p:cNvPr id="72" name="Freeform: Shape 14"/>
            <p:cNvSpPr/>
            <p:nvPr/>
          </p:nvSpPr>
          <p:spPr>
            <a:xfrm flipH="1">
              <a:off x="-5040" y="34920"/>
              <a:ext cx="6028200" cy="6816960"/>
            </a:xfrm>
            <a:custGeom>
              <a:avLst/>
              <a:gdLst>
                <a:gd name="textAreaLeft" fmla="*/ -360 w 6028200"/>
                <a:gd name="textAreaRight" fmla="*/ 6028200 w 6028200"/>
                <a:gd name="textAreaTop" fmla="*/ 0 h 6816960"/>
                <a:gd name="textAreaBottom" fmla="*/ 6817320 h 6816960"/>
              </a:gdLst>
              <a:ahLst/>
              <a:rect l="textAreaLeft" t="textAreaTop" r="textAreaRight" b="textAreaBottom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73" name="Freeform: Shape 15"/>
            <p:cNvSpPr/>
            <p:nvPr/>
          </p:nvSpPr>
          <p:spPr>
            <a:xfrm flipH="1">
              <a:off x="-4320" y="0"/>
              <a:ext cx="6164640" cy="6857640"/>
            </a:xfrm>
            <a:custGeom>
              <a:avLst/>
              <a:gdLst>
                <a:gd name="textAreaLeft" fmla="*/ 360 w 6164640"/>
                <a:gd name="textAreaRight" fmla="*/ 6165360 w 616464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74" name="Freeform: Shape 16"/>
            <p:cNvSpPr/>
            <p:nvPr/>
          </p:nvSpPr>
          <p:spPr>
            <a:xfrm flipH="1">
              <a:off x="-5040" y="-6120"/>
              <a:ext cx="6238440" cy="6857640"/>
            </a:xfrm>
            <a:custGeom>
              <a:avLst/>
              <a:gdLst>
                <a:gd name="textAreaLeft" fmla="*/ -360 w 6238440"/>
                <a:gd name="textAreaRight" fmla="*/ 6238440 w 623844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6" name="Rectangle 10"/>
          <p:cNvSpPr/>
          <p:nvPr/>
        </p:nvSpPr>
        <p:spPr>
          <a:xfrm flipH="1">
            <a:off x="0" y="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00"/>
                </a:srgbClr>
              </a:gs>
              <a:gs pos="100000">
                <a:srgbClr val="104862"/>
              </a:gs>
            </a:gsLst>
            <a:lin ang="2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7" name="Rectangle 12"/>
          <p:cNvSpPr/>
          <p:nvPr/>
        </p:nvSpPr>
        <p:spPr>
          <a:xfrm flipH="1" rot="10800000">
            <a:off x="8129160" y="360"/>
            <a:ext cx="4062960" cy="1576080"/>
          </a:xfrm>
          <a:prstGeom prst="rect">
            <a:avLst/>
          </a:prstGeom>
          <a:gradFill rotWithShape="0">
            <a:gsLst>
              <a:gs pos="19000">
                <a:srgbClr val="0b3041">
                  <a:alpha val="68000"/>
                </a:srgbClr>
              </a:gs>
              <a:gs pos="100000">
                <a:srgbClr val="156082">
                  <a:alpha val="79000"/>
                </a:srgbClr>
              </a:gs>
            </a:gsLst>
            <a:lin ang="2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8" name="Rectangle 14"/>
          <p:cNvSpPr/>
          <p:nvPr/>
        </p:nvSpPr>
        <p:spPr>
          <a:xfrm rot="5400000">
            <a:off x="5308200" y="-5307840"/>
            <a:ext cx="1576080" cy="12191760"/>
          </a:xfrm>
          <a:prstGeom prst="rect">
            <a:avLst/>
          </a:prstGeom>
          <a:gradFill rotWithShape="0">
            <a:gsLst>
              <a:gs pos="23000">
                <a:srgbClr val="156082">
                  <a:alpha val="0"/>
                </a:srgbClr>
              </a:gs>
              <a:gs pos="99000">
                <a:srgbClr val="000000">
                  <a:alpha val="74000"/>
                </a:srgbClr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371600" y="348840"/>
            <a:ext cx="10043640" cy="87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rgbClr val="ffffff"/>
                </a:solidFill>
                <a:latin typeface="Aptos Display"/>
              </a:rPr>
              <a:t>Structured Form of Writing</a:t>
            </a:r>
            <a:endParaRPr b="0" lang="en-US" sz="4000" spc="-1" strike="noStrike">
              <a:solidFill>
                <a:schemeClr val="dk1"/>
              </a:solidFill>
              <a:latin typeface="Aptos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4167538692"/>
              </p:ext>
            </p:extLst>
          </p:nvPr>
        </p:nvGraphicFramePr>
        <p:xfrm>
          <a:off x="0" y="0"/>
          <a:ext cx="10927440" cy="419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3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1" name="Rectangle 37"/>
          <p:cNvSpPr/>
          <p:nvPr/>
        </p:nvSpPr>
        <p:spPr>
          <a:xfrm flipH="1">
            <a:off x="0" y="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00"/>
                </a:srgbClr>
              </a:gs>
              <a:gs pos="100000">
                <a:srgbClr val="104862"/>
              </a:gs>
            </a:gsLst>
            <a:lin ang="2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2" name="Rectangle 38"/>
          <p:cNvSpPr/>
          <p:nvPr/>
        </p:nvSpPr>
        <p:spPr>
          <a:xfrm flipH="1" rot="10800000">
            <a:off x="8129160" y="360"/>
            <a:ext cx="4062960" cy="1576080"/>
          </a:xfrm>
          <a:prstGeom prst="rect">
            <a:avLst/>
          </a:prstGeom>
          <a:gradFill rotWithShape="0">
            <a:gsLst>
              <a:gs pos="19000">
                <a:srgbClr val="0b3041">
                  <a:alpha val="68000"/>
                </a:srgbClr>
              </a:gs>
              <a:gs pos="100000">
                <a:srgbClr val="156082">
                  <a:alpha val="79000"/>
                </a:srgbClr>
              </a:gs>
            </a:gsLst>
            <a:lin ang="2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3" name="Rectangle 39"/>
          <p:cNvSpPr/>
          <p:nvPr/>
        </p:nvSpPr>
        <p:spPr>
          <a:xfrm rot="5400000">
            <a:off x="5308200" y="-5307840"/>
            <a:ext cx="1576080" cy="12191760"/>
          </a:xfrm>
          <a:prstGeom prst="rect">
            <a:avLst/>
          </a:prstGeom>
          <a:gradFill rotWithShape="0">
            <a:gsLst>
              <a:gs pos="23000">
                <a:srgbClr val="156082">
                  <a:alpha val="0"/>
                </a:srgbClr>
              </a:gs>
              <a:gs pos="99000">
                <a:srgbClr val="000000">
                  <a:alpha val="74000"/>
                </a:srgbClr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371600" y="348840"/>
            <a:ext cx="10043640" cy="87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rgbClr val="ffffff"/>
                </a:solidFill>
                <a:latin typeface="Aptos Display"/>
              </a:rPr>
              <a:t>Criteria of a Report </a:t>
            </a:r>
            <a:endParaRPr b="0" lang="en-US" sz="4000" spc="-1" strike="noStrike">
              <a:solidFill>
                <a:schemeClr val="dk1"/>
              </a:solidFill>
              <a:latin typeface="Aptos"/>
            </a:endParaRPr>
          </a:p>
        </p:txBody>
      </p:sp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3162749667"/>
              </p:ext>
            </p:extLst>
          </p:nvPr>
        </p:nvGraphicFramePr>
        <p:xfrm>
          <a:off x="457200" y="2057400"/>
          <a:ext cx="10927440" cy="419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88440"/>
            <a:ext cx="5499720" cy="102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0" lang="en-US" sz="3100" spc="-1" strike="noStrike">
                <a:solidFill>
                  <a:schemeClr val="lt1"/>
                </a:solidFill>
                <a:latin typeface="Aptos Display"/>
              </a:rPr>
              <a:t>Similarities between Report and Essay </a:t>
            </a:r>
            <a:endParaRPr b="0" lang="en-US" sz="3100" spc="-1" strike="noStrike">
              <a:solidFill>
                <a:schemeClr val="dk1"/>
              </a:solidFill>
              <a:latin typeface="Aptos"/>
            </a:endParaRPr>
          </a:p>
        </p:txBody>
      </p:sp>
      <p:cxnSp>
        <p:nvCxnSpPr>
          <p:cNvPr id="87" name="Straight Connector 19"/>
          <p:cNvCxnSpPr/>
          <p:nvPr/>
        </p:nvCxnSpPr>
        <p:spPr>
          <a:xfrm flipH="1">
            <a:off x="126000" y="1440360"/>
            <a:ext cx="6212520" cy="360"/>
          </a:xfrm>
          <a:prstGeom prst="straightConnector1">
            <a:avLst/>
          </a:prstGeom>
          <a:ln>
            <a:solidFill>
              <a:srgbClr val="e97132"/>
            </a:solidFill>
          </a:ln>
        </p:spPr>
      </p:cxnSp>
      <p:sp>
        <p:nvSpPr>
          <p:cNvPr id="88" name="Rectangle 21"/>
          <p:cNvSpPr/>
          <p:nvPr/>
        </p:nvSpPr>
        <p:spPr>
          <a:xfrm>
            <a:off x="126360" y="115200"/>
            <a:ext cx="11939400" cy="6627240"/>
          </a:xfrm>
          <a:prstGeom prst="rect">
            <a:avLst/>
          </a:prstGeom>
          <a:noFill/>
          <a:ln w="12700">
            <a:solidFill>
              <a:srgbClr val="e971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graphicFrame>
        <p:nvGraphicFramePr>
          <p:cNvPr id="89" name="Content Placeholder 3"/>
          <p:cNvGraphicFramePr/>
          <p:nvPr/>
        </p:nvGraphicFramePr>
        <p:xfrm>
          <a:off x="1392120" y="1792800"/>
          <a:ext cx="9407160" cy="4074480"/>
        </p:xfrm>
        <a:graphic>
          <a:graphicData uri="http://schemas.openxmlformats.org/drawingml/2006/table">
            <a:tbl>
              <a:tblPr/>
              <a:tblGrid>
                <a:gridCol w="3011760"/>
                <a:gridCol w="6395400"/>
              </a:tblGrid>
              <a:tr h="540000">
                <a:tc>
                  <a:txBody>
                    <a:bodyPr lIns="75600" rIns="15480" tIns="21600" bIns="162000" anchor="b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9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Aspect</a:t>
                      </a:r>
                      <a:endParaRPr b="0" lang="en-US" sz="1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75600" marR="1548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75600" rIns="15480" tIns="21600" bIns="162000" anchor="b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9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Essay &amp; Report Similarities</a:t>
                      </a:r>
                      <a:endParaRPr b="0" lang="en-US" sz="1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75600" marR="1548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</a:tr>
              <a:tr h="461520">
                <a:tc>
                  <a:txBody>
                    <a:bodyPr lIns="75600" rIns="15480" tIns="21600" bIns="16200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4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Formal Writing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600" marR="1548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3816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75600" rIns="15480" tIns="21600" bIns="16200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Both require formal, academic writing styles.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600" marR="1548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3816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</a:tr>
              <a:tr h="461520">
                <a:tc>
                  <a:txBody>
                    <a:bodyPr lIns="75600" rIns="15480" tIns="21600" bIns="16200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4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Research-Based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600" marR="1548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75600" rIns="15480" tIns="21600" bIns="16200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Both often require research and the use of evidence to support points.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600" marR="1548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461520">
                <a:tc>
                  <a:txBody>
                    <a:bodyPr lIns="75600" rIns="15480" tIns="21600" bIns="16200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4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Clear Structure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600" marR="1548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75600" rIns="15480" tIns="21600" bIns="16200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Both have structured formats, although a report is more rigid.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600" marR="1548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</a:tr>
              <a:tr h="710640">
                <a:tc>
                  <a:txBody>
                    <a:bodyPr lIns="75600" rIns="15480" tIns="21600" bIns="16200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4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Introduction &amp; Conclusion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600" marR="1548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75600" rIns="15480" tIns="21600" bIns="16200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Both include an introduction to introduce the topic and a conclusion to summarize findings or arguments.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600" marR="1548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461520">
                <a:tc>
                  <a:txBody>
                    <a:bodyPr lIns="75600" rIns="15480" tIns="21600" bIns="16200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4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Critical Thinking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600" marR="1548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75600" rIns="15480" tIns="21600" bIns="16200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Both involve analysis, interpretation, and critical thinking.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600" marR="1548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</a:tr>
              <a:tr h="461520">
                <a:tc>
                  <a:txBody>
                    <a:bodyPr lIns="75600" rIns="15480" tIns="21600" bIns="16200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4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Referencing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600" marR="1548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75600" rIns="15480" tIns="21600" bIns="16200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Both require proper referencing and citations for supporting evidence.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600" marR="1548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461520">
                <a:tc>
                  <a:txBody>
                    <a:bodyPr lIns="75600" rIns="15480" tIns="21600" bIns="16200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4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Clarity &amp; Coherence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600" marR="1548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75600" rIns="15480" tIns="21600" bIns="16200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Both demand clarity, coherence, and logical flow in presenting ideas.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5600" marR="1548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88440"/>
            <a:ext cx="5499720" cy="102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lt1"/>
                </a:solidFill>
                <a:latin typeface="Aptos Display"/>
              </a:rPr>
              <a:t>Reports Vs Essays </a:t>
            </a:r>
            <a:endParaRPr b="0" lang="en-US" sz="4000" spc="-1" strike="noStrike">
              <a:solidFill>
                <a:schemeClr val="dk1"/>
              </a:solidFill>
              <a:latin typeface="Aptos"/>
            </a:endParaRPr>
          </a:p>
        </p:txBody>
      </p:sp>
      <p:cxnSp>
        <p:nvCxnSpPr>
          <p:cNvPr id="92" name="Straight Connector 19"/>
          <p:cNvCxnSpPr/>
          <p:nvPr/>
        </p:nvCxnSpPr>
        <p:spPr>
          <a:xfrm flipH="1">
            <a:off x="126000" y="1440360"/>
            <a:ext cx="6212520" cy="360"/>
          </a:xfrm>
          <a:prstGeom prst="straightConnector1">
            <a:avLst/>
          </a:prstGeom>
          <a:ln>
            <a:solidFill>
              <a:srgbClr val="e97132"/>
            </a:solidFill>
          </a:ln>
        </p:spPr>
      </p:cxnSp>
      <p:sp>
        <p:nvSpPr>
          <p:cNvPr id="93" name="Rectangle 21"/>
          <p:cNvSpPr/>
          <p:nvPr/>
        </p:nvSpPr>
        <p:spPr>
          <a:xfrm>
            <a:off x="126360" y="115200"/>
            <a:ext cx="11939400" cy="6627240"/>
          </a:xfrm>
          <a:prstGeom prst="rect">
            <a:avLst/>
          </a:prstGeom>
          <a:noFill/>
          <a:ln w="12700">
            <a:solidFill>
              <a:srgbClr val="e971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graphicFrame>
        <p:nvGraphicFramePr>
          <p:cNvPr id="94" name="Content Placeholder 3"/>
          <p:cNvGraphicFramePr/>
          <p:nvPr/>
        </p:nvGraphicFramePr>
        <p:xfrm>
          <a:off x="1751040" y="1682640"/>
          <a:ext cx="8689320" cy="4874760"/>
        </p:xfrm>
        <a:graphic>
          <a:graphicData uri="http://schemas.openxmlformats.org/drawingml/2006/table">
            <a:tbl>
              <a:tblPr/>
              <a:tblGrid>
                <a:gridCol w="1364760"/>
                <a:gridCol w="3529440"/>
                <a:gridCol w="3795120"/>
              </a:tblGrid>
              <a:tr h="369000"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Aspect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Essay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Report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69000"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Purpose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Argue or analyze a topic.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Present data, analyze, recommend.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690840"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Structure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Introduction, Body, Conclusion.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Sections with headings: Title, Method, Findings.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69000"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Tone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Argumentative, reflective.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Objective, factual.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690840"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Content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Focuses on arguments and evidence.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Focuses on facts and findings.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69000"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Audience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Academic (students, professors).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Professional (managers, peers).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690840"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Visuals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Rarely used.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Often includes tables, graphs, visuals.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690840"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Conclusion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Restates thesis, summarizes argument.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lIns="14040" rIns="14040" tIns="14040" bIns="14040" anchor="ctr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Summarizes findings, gives recommendations.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040" marR="140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5" name="Rectangle 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6" name="Rectangle 11"/>
          <p:cNvSpPr/>
          <p:nvPr/>
        </p:nvSpPr>
        <p:spPr>
          <a:xfrm>
            <a:off x="360" y="0"/>
            <a:ext cx="1219140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pic>
        <p:nvPicPr>
          <p:cNvPr id="97" name="Graphic 6" descr="Smiling Face with No Fill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86880" y="1793880"/>
            <a:ext cx="3619800" cy="361980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6090480" y="1793880"/>
            <a:ext cx="4977360" cy="251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Aptos"/>
              </a:rPr>
              <a:t>      </a:t>
            </a:r>
            <a:r>
              <a:rPr b="0" lang="en-US" sz="4000" spc="-1" strike="noStrike">
                <a:solidFill>
                  <a:schemeClr val="dk2"/>
                </a:solidFill>
                <a:latin typeface="Times New Roman"/>
              </a:rPr>
              <a:t>Thank you</a:t>
            </a:r>
            <a:endParaRPr b="0" lang="en-US" sz="40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chemeClr val="dk2"/>
                </a:solidFill>
                <a:latin typeface="Times New Roman"/>
              </a:rPr>
              <a:t>   </a:t>
            </a:r>
            <a:r>
              <a:rPr b="0" lang="en-US" sz="4000" spc="-1" strike="noStrike">
                <a:solidFill>
                  <a:schemeClr val="dk2"/>
                </a:solidFill>
                <a:latin typeface="Times New Roman"/>
              </a:rPr>
              <a:t>Expository Writing </a:t>
            </a:r>
            <a:endParaRPr b="0" lang="en-US" sz="40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Aptos"/>
              </a:rPr>
              <a:t>         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2"/>
                </a:solidFill>
                <a:latin typeface="Aptos"/>
              </a:rPr>
              <a:t>        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grpSp>
        <p:nvGrpSpPr>
          <p:cNvPr id="99" name="Group 13"/>
          <p:cNvGrpSpPr/>
          <p:nvPr/>
        </p:nvGrpSpPr>
        <p:grpSpPr>
          <a:xfrm>
            <a:off x="2160" y="52920"/>
            <a:ext cx="5928120" cy="6804720"/>
            <a:chOff x="2160" y="52920"/>
            <a:chExt cx="5928120" cy="6804720"/>
          </a:xfrm>
        </p:grpSpPr>
        <p:sp>
          <p:nvSpPr>
            <p:cNvPr id="100" name="Freeform: Shape 14"/>
            <p:cNvSpPr/>
            <p:nvPr/>
          </p:nvSpPr>
          <p:spPr>
            <a:xfrm flipH="1">
              <a:off x="1800" y="52920"/>
              <a:ext cx="5928120" cy="6804720"/>
            </a:xfrm>
            <a:custGeom>
              <a:avLst/>
              <a:gdLst>
                <a:gd name="textAreaLeft" fmla="*/ -360 w 5928120"/>
                <a:gd name="textAreaRight" fmla="*/ 5928120 w 5928120"/>
                <a:gd name="textAreaTop" fmla="*/ 0 h 6804720"/>
                <a:gd name="textAreaBottom" fmla="*/ 6805080 h 6804720"/>
              </a:gdLst>
              <a:ahLst/>
              <a:rect l="textAreaLeft" t="textAreaTop" r="textAreaRight" b="textAreaBottom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01" name="Freeform: Shape 15"/>
            <p:cNvSpPr/>
            <p:nvPr/>
          </p:nvSpPr>
          <p:spPr>
            <a:xfrm flipH="1">
              <a:off x="1800" y="52920"/>
              <a:ext cx="5928120" cy="6804720"/>
            </a:xfrm>
            <a:custGeom>
              <a:avLst/>
              <a:gdLst>
                <a:gd name="textAreaLeft" fmla="*/ -360 w 5928120"/>
                <a:gd name="textAreaRight" fmla="*/ 5928120 w 5928120"/>
                <a:gd name="textAreaTop" fmla="*/ 0 h 6804720"/>
                <a:gd name="textAreaBottom" fmla="*/ 6805080 h 6804720"/>
              </a:gdLst>
              <a:ahLst/>
              <a:rect l="textAreaLeft" t="textAreaTop" r="textAreaRight" b="textAreaBottom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02" name="Freeform: Shape 16"/>
            <p:cNvSpPr/>
            <p:nvPr/>
          </p:nvSpPr>
          <p:spPr>
            <a:xfrm flipH="1">
              <a:off x="1800" y="52920"/>
              <a:ext cx="5928120" cy="6804720"/>
            </a:xfrm>
            <a:custGeom>
              <a:avLst/>
              <a:gdLst>
                <a:gd name="textAreaLeft" fmla="*/ -360 w 5928120"/>
                <a:gd name="textAreaRight" fmla="*/ 5928120 w 5928120"/>
                <a:gd name="textAreaTop" fmla="*/ 0 h 6804720"/>
                <a:gd name="textAreaBottom" fmla="*/ 6805080 h 6804720"/>
              </a:gdLst>
              <a:ahLst/>
              <a:rect l="textAreaLeft" t="textAreaTop" r="textAreaRight" b="textAreaBottom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1337</Words>
  <Paragraphs>98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2025-02-22T10:26:00Z</dcterms:created>
  <dc:creator>FA21-BPH-038 (AHMAD SAEED)</dc:creator>
  <dc:description/>
  <dc:language>en-US</dc:language>
  <cp:lastModifiedBy/>
  <dcterms:modified xsi:type="dcterms:W3CDTF">2026-04-15T21:03:04Z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CE534591A47540B9A27EFA0F38C7AD10_12</vt:lpwstr>
  </property>
  <property fmtid="{D5CDD505-2E9C-101B-9397-08002B2CF9AE}" pid="3" name="KSOProductBuildVer">
    <vt:lpwstr>1033-12.2.0.23155</vt:lpwstr>
  </property>
  <property fmtid="{D5CDD505-2E9C-101B-9397-08002B2CF9AE}" pid="4" name="PresentationFormat">
    <vt:lpwstr>Widescreen</vt:lpwstr>
  </property>
  <property fmtid="{D5CDD505-2E9C-101B-9397-08002B2CF9AE}" pid="5" name="Slides">
    <vt:i4>6</vt:i4>
  </property>
</Properties>
</file>