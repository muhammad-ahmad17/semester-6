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8" autoAdjust="0"/>
    <p:restoredTop sz="94660"/>
  </p:normalViewPr>
  <p:slideViewPr>
    <p:cSldViewPr snapToGrid="0">
      <p:cViewPr varScale="1">
        <p:scale>
          <a:sx n="74" d="100"/>
          <a:sy n="74" d="100"/>
        </p:scale>
        <p:origin x="5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  <a:endParaRPr lang="en-US" sz="7200" dirty="0">
              <a:solidFill>
                <a:schemeClr val="tx1"/>
              </a:solidFill>
              <a:effectLst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  <a:endParaRPr lang="en-US" sz="72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3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8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/>
              <a:t>Plagiarism</a:t>
            </a:r>
            <a:r>
              <a:rPr lang="en-US" dirty="0"/>
              <a:t>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Expository Writing </a:t>
            </a:r>
            <a:endParaRPr lang="en-US" sz="3600" b="1" dirty="0"/>
          </a:p>
          <a:p>
            <a:endParaRPr lang="en-US" sz="3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b="1" dirty="0"/>
              <a:t>Introduction </a:t>
            </a:r>
            <a:endParaRPr lang="en-US" sz="6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085" y="2336800"/>
            <a:ext cx="9613900" cy="41484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word 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plagiarism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comes from the Latin word 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plagiarius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meaning 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kidnapper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stealer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writing, plagiarism means stealing someone else’s ideas or words and presenting them as your own.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serious academic offense that affects your credibility and honesty as a writer.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Plagiarism 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150772"/>
            <a:ext cx="9613861" cy="4584879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Plagiarism – Copying text word-for-word without credit. (Ctrl C-Ctrl V)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Mosaic (Patchwork) Plagiarism – Mixing copied phrases with your own writing.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Self-Plagiarism – Reusing your own previous work without permission or citation.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Accidental Plagiarism – Failing to cite sources properly or paraphrasing too closely.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Avoid Plagiarism 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336872"/>
            <a:ext cx="9613861" cy="4269989"/>
          </a:xfrm>
        </p:spPr>
        <p:txBody>
          <a:bodyPr>
            <a:normAutofit/>
          </a:bodyPr>
          <a:lstStyle/>
          <a:p>
            <a:pPr lvl="0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Quote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exact words and use quotation marks (“ ”).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Paraphrase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ideas in your own words and cite the source.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main ideas and give credit.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a record of all sources while researching.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plagiarism-check tools to review your work before submission.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You Need To Cite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academic honesty and originality.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trust and respect as a writer.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develop your own critical thinking and expression skills.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{7090B4E4-E68B-479B-8B9F-8B9300AAD1EA}TF6e1c0bd6-43b7-4cba-aa12-42a644606054c9b78bf9-d218b69a002d</Template>
  <TotalTime>0</TotalTime>
  <Words>1098</Words>
  <Application>WPS Presentation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SimSun</vt:lpstr>
      <vt:lpstr>Wingdings</vt:lpstr>
      <vt:lpstr>Times New Roman</vt:lpstr>
      <vt:lpstr>Trebuchet MS</vt:lpstr>
      <vt:lpstr>Microsoft YaHei</vt:lpstr>
      <vt:lpstr>Arial Unicode MS</vt:lpstr>
      <vt:lpstr>Calibri</vt:lpstr>
      <vt:lpstr>Berlin</vt:lpstr>
      <vt:lpstr>Plagiarism </vt:lpstr>
      <vt:lpstr>Introduction </vt:lpstr>
      <vt:lpstr>Types of Plagiarism </vt:lpstr>
      <vt:lpstr>How To Avoid Plagiarism </vt:lpstr>
      <vt:lpstr>Why You Need To Cite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hannan junaid</dc:creator>
  <cp:lastModifiedBy>IT Zone</cp:lastModifiedBy>
  <cp:revision>4</cp:revision>
  <dcterms:created xsi:type="dcterms:W3CDTF">2025-10-29T04:41:00Z</dcterms:created>
  <dcterms:modified xsi:type="dcterms:W3CDTF">2026-03-09T09:52:24Z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A23EF58681354B1C855DEC50DF344AED_13</vt:lpwstr>
  </property>
  <property fmtid="{D5CDD505-2E9C-101B-9397-08002B2CF9AE}" pid="3" name="KSOProductBuildVer">
    <vt:lpwstr>1033-12.2.0.23196</vt:lpwstr>
  </property>
</Properties>
</file>